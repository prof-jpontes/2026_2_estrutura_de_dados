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50" r:id="rId71"/>
    <p:sldId id="325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7AD9F-63C0-449E-9D95-61E42E108B34}" v="10" dt="2025-10-08T18:14:39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96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ableStyles" Target="tableStyles.xml"/><Relationship Id="rId10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Pontes" userId="ec89d77feac789b5" providerId="LiveId" clId="{740053D2-1582-4452-B04A-E2C424CA2758}"/>
    <pc:docChg chg="undo custSel modSld modMainMaster">
      <pc:chgData name="Jonas Pontes" userId="ec89d77feac789b5" providerId="LiveId" clId="{740053D2-1582-4452-B04A-E2C424CA2758}" dt="2025-10-08T18:24:59.476" v="117" actId="478"/>
      <pc:docMkLst>
        <pc:docMk/>
      </pc:docMkLst>
      <pc:sldChg chg="modSp mod">
        <pc:chgData name="Jonas Pontes" userId="ec89d77feac789b5" providerId="LiveId" clId="{740053D2-1582-4452-B04A-E2C424CA2758}" dt="2025-10-08T18:17:31.826" v="90" actId="14100"/>
        <pc:sldMkLst>
          <pc:docMk/>
          <pc:sldMk cId="2508072662" sldId="257"/>
        </pc:sldMkLst>
        <pc:spChg chg="mod">
          <ac:chgData name="Jonas Pontes" userId="ec89d77feac789b5" providerId="LiveId" clId="{740053D2-1582-4452-B04A-E2C424CA2758}" dt="2025-10-08T18:14:50.863" v="85" actId="20577"/>
          <ac:spMkLst>
            <pc:docMk/>
            <pc:sldMk cId="2508072662" sldId="257"/>
            <ac:spMk id="2" creationId="{3707C77D-949E-9345-A121-AFD72BC4AD2E}"/>
          </ac:spMkLst>
        </pc:spChg>
        <pc:spChg chg="mod">
          <ac:chgData name="Jonas Pontes" userId="ec89d77feac789b5" providerId="LiveId" clId="{740053D2-1582-4452-B04A-E2C424CA2758}" dt="2025-10-08T18:17:31.826" v="90" actId="14100"/>
          <ac:spMkLst>
            <pc:docMk/>
            <pc:sldMk cId="2508072662" sldId="257"/>
            <ac:spMk id="3" creationId="{60D73E27-34F9-D94D-A74F-C78C7FDB4611}"/>
          </ac:spMkLst>
        </pc:spChg>
      </pc:sldChg>
      <pc:sldChg chg="addSp delSp modSp mod">
        <pc:chgData name="Jonas Pontes" userId="ec89d77feac789b5" providerId="LiveId" clId="{740053D2-1582-4452-B04A-E2C424CA2758}" dt="2025-10-08T18:23:39.593" v="116" actId="1076"/>
        <pc:sldMkLst>
          <pc:docMk/>
          <pc:sldMk cId="1790964708" sldId="330"/>
        </pc:sldMkLst>
        <pc:spChg chg="add del">
          <ac:chgData name="Jonas Pontes" userId="ec89d77feac789b5" providerId="LiveId" clId="{740053D2-1582-4452-B04A-E2C424CA2758}" dt="2025-10-08T18:23:39.035" v="115" actId="478"/>
          <ac:spMkLst>
            <pc:docMk/>
            <pc:sldMk cId="1790964708" sldId="330"/>
            <ac:spMk id="6" creationId="{E9BEE046-F422-7C4A-B160-1E54DB1B328C}"/>
          </ac:spMkLst>
        </pc:spChg>
        <pc:spChg chg="add del mod">
          <ac:chgData name="Jonas Pontes" userId="ec89d77feac789b5" providerId="LiveId" clId="{740053D2-1582-4452-B04A-E2C424CA2758}" dt="2025-10-08T18:23:39.593" v="116" actId="1076"/>
          <ac:spMkLst>
            <pc:docMk/>
            <pc:sldMk cId="1790964708" sldId="330"/>
            <ac:spMk id="39" creationId="{1067D826-FB6F-904B-AC1E-E149886F0777}"/>
          </ac:spMkLst>
        </pc:spChg>
        <pc:grpChg chg="mod">
          <ac:chgData name="Jonas Pontes" userId="ec89d77feac789b5" providerId="LiveId" clId="{740053D2-1582-4452-B04A-E2C424CA2758}" dt="2025-10-08T18:20:43.788" v="96" actId="1076"/>
          <ac:grpSpMkLst>
            <pc:docMk/>
            <pc:sldMk cId="1790964708" sldId="330"/>
            <ac:grpSpMk id="28" creationId="{D3C22B90-5E5B-3E4F-AA7B-30E1ABB519D7}"/>
          </ac:grpSpMkLst>
        </pc:grpChg>
      </pc:sldChg>
      <pc:sldMasterChg chg="modSldLayout">
        <pc:chgData name="Jonas Pontes" userId="ec89d77feac789b5" providerId="LiveId" clId="{740053D2-1582-4452-B04A-E2C424CA2758}" dt="2025-10-08T18:24:59.476" v="117" actId="478"/>
        <pc:sldMasterMkLst>
          <pc:docMk/>
          <pc:sldMasterMk cId="1873435345" sldId="2147483648"/>
        </pc:sldMasterMkLst>
        <pc:sldLayoutChg chg="addSp delSp modSp mod">
          <pc:chgData name="Jonas Pontes" userId="ec89d77feac789b5" providerId="LiveId" clId="{740053D2-1582-4452-B04A-E2C424CA2758}" dt="2025-10-08T18:14:39.226" v="77" actId="14100"/>
          <pc:sldLayoutMkLst>
            <pc:docMk/>
            <pc:sldMasterMk cId="1873435345" sldId="2147483648"/>
            <pc:sldLayoutMk cId="2314353782" sldId="2147483649"/>
          </pc:sldLayoutMkLst>
          <pc:spChg chg="add mod">
            <ac:chgData name="Jonas Pontes" userId="ec89d77feac789b5" providerId="LiveId" clId="{740053D2-1582-4452-B04A-E2C424CA2758}" dt="2025-10-08T18:14:02.494" v="70" actId="20577"/>
            <ac:spMkLst>
              <pc:docMk/>
              <pc:sldMasterMk cId="1873435345" sldId="2147483648"/>
              <pc:sldLayoutMk cId="2314353782" sldId="2147483649"/>
              <ac:spMk id="4" creationId="{0BB7758D-DC96-45E3-12B3-9F2D0E375A1D}"/>
            </ac:spMkLst>
          </pc:spChg>
          <pc:spChg chg="del">
            <ac:chgData name="Jonas Pontes" userId="ec89d77feac789b5" providerId="LiveId" clId="{740053D2-1582-4452-B04A-E2C424CA2758}" dt="2025-10-08T18:13:10.105" v="0" actId="478"/>
            <ac:spMkLst>
              <pc:docMk/>
              <pc:sldMasterMk cId="1873435345" sldId="2147483648"/>
              <pc:sldLayoutMk cId="2314353782" sldId="2147483649"/>
              <ac:spMk id="9" creationId="{04FB3E1A-B421-EC42-8290-4950F62B54C1}"/>
            </ac:spMkLst>
          </pc:spChg>
          <pc:picChg chg="add mod">
            <ac:chgData name="Jonas Pontes" userId="ec89d77feac789b5" providerId="LiveId" clId="{740053D2-1582-4452-B04A-E2C424CA2758}" dt="2025-10-08T18:14:39.226" v="77" actId="14100"/>
            <ac:picMkLst>
              <pc:docMk/>
              <pc:sldMasterMk cId="1873435345" sldId="2147483648"/>
              <pc:sldLayoutMk cId="2314353782" sldId="2147483649"/>
              <ac:picMk id="5" creationId="{06E4BEF9-E15A-949A-D16D-4916C0345A8B}"/>
            </ac:picMkLst>
          </pc:picChg>
          <pc:picChg chg="del">
            <ac:chgData name="Jonas Pontes" userId="ec89d77feac789b5" providerId="LiveId" clId="{740053D2-1582-4452-B04A-E2C424CA2758}" dt="2025-10-08T18:13:20.655" v="2" actId="478"/>
            <ac:picMkLst>
              <pc:docMk/>
              <pc:sldMasterMk cId="1873435345" sldId="2147483648"/>
              <pc:sldLayoutMk cId="2314353782" sldId="2147483649"/>
              <ac:picMk id="7" creationId="{89BAE163-2F1E-6940-9ED7-AA46C085A4FC}"/>
            </ac:picMkLst>
          </pc:picChg>
          <pc:picChg chg="del">
            <ac:chgData name="Jonas Pontes" userId="ec89d77feac789b5" providerId="LiveId" clId="{740053D2-1582-4452-B04A-E2C424CA2758}" dt="2025-10-08T18:13:23.367" v="4" actId="478"/>
            <ac:picMkLst>
              <pc:docMk/>
              <pc:sldMasterMk cId="1873435345" sldId="2147483648"/>
              <pc:sldLayoutMk cId="2314353782" sldId="2147483649"/>
              <ac:picMk id="8" creationId="{CF8C0204-4368-1B4C-B484-14F6F07829F1}"/>
            </ac:picMkLst>
          </pc:picChg>
        </pc:sldLayoutChg>
        <pc:sldLayoutChg chg="addSp delSp modSp mod">
          <pc:chgData name="Jonas Pontes" userId="ec89d77feac789b5" providerId="LiveId" clId="{740053D2-1582-4452-B04A-E2C424CA2758}" dt="2025-10-08T18:24:59.476" v="117" actId="478"/>
          <pc:sldLayoutMkLst>
            <pc:docMk/>
            <pc:sldMasterMk cId="1873435345" sldId="2147483648"/>
            <pc:sldLayoutMk cId="324654847" sldId="2147483650"/>
          </pc:sldLayoutMkLst>
          <pc:spChg chg="add del mod">
            <ac:chgData name="Jonas Pontes" userId="ec89d77feac789b5" providerId="LiveId" clId="{740053D2-1582-4452-B04A-E2C424CA2758}" dt="2025-10-08T18:14:12.592" v="71" actId="478"/>
            <ac:spMkLst>
              <pc:docMk/>
              <pc:sldMasterMk cId="1873435345" sldId="2147483648"/>
              <pc:sldLayoutMk cId="324654847" sldId="2147483650"/>
              <ac:spMk id="6" creationId="{FCBA38E9-02FA-E611-2F19-6EB79557EE81}"/>
            </ac:spMkLst>
          </pc:spChg>
          <pc:spChg chg="del">
            <ac:chgData name="Jonas Pontes" userId="ec89d77feac789b5" providerId="LiveId" clId="{740053D2-1582-4452-B04A-E2C424CA2758}" dt="2025-10-08T18:13:31.684" v="7" actId="478"/>
            <ac:spMkLst>
              <pc:docMk/>
              <pc:sldMasterMk cId="1873435345" sldId="2147483648"/>
              <pc:sldLayoutMk cId="324654847" sldId="2147483650"/>
              <ac:spMk id="9" creationId="{FD8F226B-A7C9-FF4E-A1C7-CC22F7A163FE}"/>
            </ac:spMkLst>
          </pc:spChg>
          <pc:spChg chg="add mod">
            <ac:chgData name="Jonas Pontes" userId="ec89d77feac789b5" providerId="LiveId" clId="{740053D2-1582-4452-B04A-E2C424CA2758}" dt="2025-10-08T18:14:12.962" v="72"/>
            <ac:spMkLst>
              <pc:docMk/>
              <pc:sldMasterMk cId="1873435345" sldId="2147483648"/>
              <pc:sldLayoutMk cId="324654847" sldId="2147483650"/>
              <ac:spMk id="10" creationId="{99F8118D-523D-108A-7DEC-54B84763A298}"/>
            </ac:spMkLst>
          </pc:spChg>
          <pc:picChg chg="add mod">
            <ac:chgData name="Jonas Pontes" userId="ec89d77feac789b5" providerId="LiveId" clId="{740053D2-1582-4452-B04A-E2C424CA2758}" dt="2025-10-08T18:13:29.041" v="6"/>
            <ac:picMkLst>
              <pc:docMk/>
              <pc:sldMasterMk cId="1873435345" sldId="2147483648"/>
              <pc:sldLayoutMk cId="324654847" sldId="2147483650"/>
              <ac:picMk id="4" creationId="{44044278-8B78-A981-CD9B-308C79E984B8}"/>
            </ac:picMkLst>
          </pc:picChg>
          <pc:picChg chg="add mod">
            <ac:chgData name="Jonas Pontes" userId="ec89d77feac789b5" providerId="LiveId" clId="{740053D2-1582-4452-B04A-E2C424CA2758}" dt="2025-10-08T18:13:32.119" v="8"/>
            <ac:picMkLst>
              <pc:docMk/>
              <pc:sldMasterMk cId="1873435345" sldId="2147483648"/>
              <pc:sldLayoutMk cId="324654847" sldId="2147483650"/>
              <ac:picMk id="5" creationId="{99830B6A-12C7-F877-22F6-567F127DAEF1}"/>
            </ac:picMkLst>
          </pc:picChg>
          <pc:picChg chg="del">
            <ac:chgData name="Jonas Pontes" userId="ec89d77feac789b5" providerId="LiveId" clId="{740053D2-1582-4452-B04A-E2C424CA2758}" dt="2025-10-08T18:13:28.619" v="5" actId="478"/>
            <ac:picMkLst>
              <pc:docMk/>
              <pc:sldMasterMk cId="1873435345" sldId="2147483648"/>
              <pc:sldLayoutMk cId="324654847" sldId="2147483650"/>
              <ac:picMk id="7" creationId="{0D5C0ECD-9432-F544-A75A-0EE5098D6D70}"/>
            </ac:picMkLst>
          </pc:picChg>
          <pc:picChg chg="del">
            <ac:chgData name="Jonas Pontes" userId="ec89d77feac789b5" providerId="LiveId" clId="{740053D2-1582-4452-B04A-E2C424CA2758}" dt="2025-10-08T18:24:59.476" v="117" actId="478"/>
            <ac:picMkLst>
              <pc:docMk/>
              <pc:sldMasterMk cId="1873435345" sldId="2147483648"/>
              <pc:sldLayoutMk cId="324654847" sldId="2147483650"/>
              <ac:picMk id="8" creationId="{FDD3639D-08E1-B84D-A3CE-CD855524D555}"/>
            </ac:picMkLst>
          </pc:picChg>
        </pc:sldLayoutChg>
        <pc:sldLayoutChg chg="addSp delSp modSp mod">
          <pc:chgData name="Jonas Pontes" userId="ec89d77feac789b5" providerId="LiveId" clId="{740053D2-1582-4452-B04A-E2C424CA2758}" dt="2025-10-08T18:14:23.313" v="76"/>
          <pc:sldLayoutMkLst>
            <pc:docMk/>
            <pc:sldMasterMk cId="1873435345" sldId="2147483648"/>
            <pc:sldLayoutMk cId="3190579537" sldId="2147483652"/>
          </pc:sldLayoutMkLst>
          <pc:spChg chg="add mod">
            <ac:chgData name="Jonas Pontes" userId="ec89d77feac789b5" providerId="LiveId" clId="{740053D2-1582-4452-B04A-E2C424CA2758}" dt="2025-10-08T18:14:17.769" v="74"/>
            <ac:spMkLst>
              <pc:docMk/>
              <pc:sldMasterMk cId="1873435345" sldId="2147483648"/>
              <pc:sldLayoutMk cId="3190579537" sldId="2147483652"/>
              <ac:spMk id="5" creationId="{6E54F4BB-3BDB-2C43-E7D0-6A60654FAA15}"/>
            </ac:spMkLst>
          </pc:spChg>
          <pc:spChg chg="del">
            <ac:chgData name="Jonas Pontes" userId="ec89d77feac789b5" providerId="LiveId" clId="{740053D2-1582-4452-B04A-E2C424CA2758}" dt="2025-10-08T18:14:17.394" v="73" actId="478"/>
            <ac:spMkLst>
              <pc:docMk/>
              <pc:sldMasterMk cId="1873435345" sldId="2147483648"/>
              <pc:sldLayoutMk cId="3190579537" sldId="2147483652"/>
              <ac:spMk id="10" creationId="{5D82C0F4-62DE-1A4B-94ED-1F2179CC3DAC}"/>
            </ac:spMkLst>
          </pc:spChg>
          <pc:picChg chg="add mod">
            <ac:chgData name="Jonas Pontes" userId="ec89d77feac789b5" providerId="LiveId" clId="{740053D2-1582-4452-B04A-E2C424CA2758}" dt="2025-10-08T18:14:23.313" v="76"/>
            <ac:picMkLst>
              <pc:docMk/>
              <pc:sldMasterMk cId="1873435345" sldId="2147483648"/>
              <pc:sldLayoutMk cId="3190579537" sldId="2147483652"/>
              <ac:picMk id="6" creationId="{4DEED0AC-C11C-EB4F-AEAE-9D2283F9E642}"/>
            </ac:picMkLst>
          </pc:picChg>
          <pc:picChg chg="del">
            <ac:chgData name="Jonas Pontes" userId="ec89d77feac789b5" providerId="LiveId" clId="{740053D2-1582-4452-B04A-E2C424CA2758}" dt="2025-10-08T18:14:22.977" v="75" actId="478"/>
            <ac:picMkLst>
              <pc:docMk/>
              <pc:sldMasterMk cId="1873435345" sldId="2147483648"/>
              <pc:sldLayoutMk cId="3190579537" sldId="2147483652"/>
              <ac:picMk id="8" creationId="{DCA8FEBB-2170-0E42-9B55-C90182DDE5CE}"/>
            </ac:picMkLst>
          </pc:picChg>
        </pc:sldLayoutChg>
      </pc:sldMasterChg>
    </pc:docChg>
  </pc:docChgLst>
  <pc:docChgLst>
    <pc:chgData name="Jonas Pontes" userId="ec89d77feac789b5" providerId="LiveId" clId="{633EED07-5C02-3042-9321-513D75F8BEC5}"/>
    <pc:docChg chg="undo custSel addSld delSld modSld sldOrd">
      <pc:chgData name="Jonas Pontes" userId="ec89d77feac789b5" providerId="LiveId" clId="{633EED07-5C02-3042-9321-513D75F8BEC5}" dt="2020-05-20T19:45:38.689" v="4325" actId="20577"/>
      <pc:docMkLst>
        <pc:docMk/>
      </pc:docMkLst>
      <pc:sldChg chg="modSp modAnim">
        <pc:chgData name="Jonas Pontes" userId="ec89d77feac789b5" providerId="LiveId" clId="{633EED07-5C02-3042-9321-513D75F8BEC5}" dt="2020-05-20T17:28:51.740" v="456" actId="20577"/>
        <pc:sldMkLst>
          <pc:docMk/>
          <pc:sldMk cId="1604734700" sldId="258"/>
        </pc:sldMkLst>
      </pc:sldChg>
      <pc:sldChg chg="addSp modSp modAnim">
        <pc:chgData name="Jonas Pontes" userId="ec89d77feac789b5" providerId="LiveId" clId="{633EED07-5C02-3042-9321-513D75F8BEC5}" dt="2020-05-20T16:48:35.424" v="454"/>
        <pc:sldMkLst>
          <pc:docMk/>
          <pc:sldMk cId="3713020910" sldId="260"/>
        </pc:sldMkLst>
      </pc:sldChg>
      <pc:sldChg chg="addSp delSp modSp">
        <pc:chgData name="Jonas Pontes" userId="ec89d77feac789b5" providerId="LiveId" clId="{633EED07-5C02-3042-9321-513D75F8BEC5}" dt="2020-05-20T17:34:16.555" v="1035" actId="20577"/>
        <pc:sldMkLst>
          <pc:docMk/>
          <pc:sldMk cId="3010606149" sldId="261"/>
        </pc:sldMkLst>
      </pc:sldChg>
      <pc:sldChg chg="modSp">
        <pc:chgData name="Jonas Pontes" userId="ec89d77feac789b5" providerId="LiveId" clId="{633EED07-5C02-3042-9321-513D75F8BEC5}" dt="2020-05-20T17:34:24.061" v="1040" actId="20577"/>
        <pc:sldMkLst>
          <pc:docMk/>
          <pc:sldMk cId="3318507857" sldId="262"/>
        </pc:sldMkLst>
      </pc:sldChg>
      <pc:sldChg chg="modSp">
        <pc:chgData name="Jonas Pontes" userId="ec89d77feac789b5" providerId="LiveId" clId="{633EED07-5C02-3042-9321-513D75F8BEC5}" dt="2020-05-20T17:49:54.692" v="1089" actId="1076"/>
        <pc:sldMkLst>
          <pc:docMk/>
          <pc:sldMk cId="2820262486" sldId="263"/>
        </pc:sldMkLst>
      </pc:sldChg>
      <pc:sldChg chg="modSp">
        <pc:chgData name="Jonas Pontes" userId="ec89d77feac789b5" providerId="LiveId" clId="{633EED07-5C02-3042-9321-513D75F8BEC5}" dt="2020-05-20T18:03:16.923" v="1269" actId="1076"/>
        <pc:sldMkLst>
          <pc:docMk/>
          <pc:sldMk cId="1604018610" sldId="264"/>
        </pc:sldMkLst>
      </pc:sldChg>
      <pc:sldChg chg="modSp">
        <pc:chgData name="Jonas Pontes" userId="ec89d77feac789b5" providerId="LiveId" clId="{633EED07-5C02-3042-9321-513D75F8BEC5}" dt="2020-05-20T17:44:47.928" v="1088" actId="1076"/>
        <pc:sldMkLst>
          <pc:docMk/>
          <pc:sldMk cId="1109241122" sldId="265"/>
        </pc:sldMkLst>
      </pc:sldChg>
      <pc:sldChg chg="addSp delSp modSp ord">
        <pc:chgData name="Jonas Pontes" userId="ec89d77feac789b5" providerId="LiveId" clId="{633EED07-5C02-3042-9321-513D75F8BEC5}" dt="2020-05-20T18:12:53.832" v="1393" actId="14100"/>
        <pc:sldMkLst>
          <pc:docMk/>
          <pc:sldMk cId="2640320751" sldId="266"/>
        </pc:sldMkLst>
      </pc:sldChg>
      <pc:sldChg chg="modSp">
        <pc:chgData name="Jonas Pontes" userId="ec89d77feac789b5" providerId="LiveId" clId="{633EED07-5C02-3042-9321-513D75F8BEC5}" dt="2020-05-20T18:18:54.059" v="1897" actId="1076"/>
        <pc:sldMkLst>
          <pc:docMk/>
          <pc:sldMk cId="1650412590" sldId="268"/>
        </pc:sldMkLst>
      </pc:sldChg>
      <pc:sldChg chg="delSp modSp add ord modAnim">
        <pc:chgData name="Jonas Pontes" userId="ec89d77feac789b5" providerId="LiveId" clId="{633EED07-5C02-3042-9321-513D75F8BEC5}" dt="2020-05-20T17:34:29.479" v="1041"/>
        <pc:sldMkLst>
          <pc:docMk/>
          <pc:sldMk cId="1162938344" sldId="269"/>
        </pc:sldMkLst>
      </pc:sldChg>
      <pc:sldChg chg="addSp delSp modSp add modAnim">
        <pc:chgData name="Jonas Pontes" userId="ec89d77feac789b5" providerId="LiveId" clId="{633EED07-5C02-3042-9321-513D75F8BEC5}" dt="2020-05-20T17:44:20.722" v="1068" actId="1076"/>
        <pc:sldMkLst>
          <pc:docMk/>
          <pc:sldMk cId="2919691300" sldId="270"/>
        </pc:sldMkLst>
      </pc:sldChg>
      <pc:sldChg chg="delSp modSp add modAnim">
        <pc:chgData name="Jonas Pontes" userId="ec89d77feac789b5" providerId="LiveId" clId="{633EED07-5C02-3042-9321-513D75F8BEC5}" dt="2020-05-20T18:02:42.923" v="1265" actId="114"/>
        <pc:sldMkLst>
          <pc:docMk/>
          <pc:sldMk cId="3576616081" sldId="271"/>
        </pc:sldMkLst>
      </pc:sldChg>
      <pc:sldChg chg="addSp delSp modSp add modAnim">
        <pc:chgData name="Jonas Pontes" userId="ec89d77feac789b5" providerId="LiveId" clId="{633EED07-5C02-3042-9321-513D75F8BEC5}" dt="2020-05-20T18:06:58.940" v="1325" actId="1076"/>
        <pc:sldMkLst>
          <pc:docMk/>
          <pc:sldMk cId="94562437" sldId="272"/>
        </pc:sldMkLst>
      </pc:sldChg>
      <pc:sldChg chg="addSp delSp modSp add">
        <pc:chgData name="Jonas Pontes" userId="ec89d77feac789b5" providerId="LiveId" clId="{633EED07-5C02-3042-9321-513D75F8BEC5}" dt="2020-05-20T18:13:53.542" v="1414" actId="1037"/>
        <pc:sldMkLst>
          <pc:docMk/>
          <pc:sldMk cId="369247752" sldId="273"/>
        </pc:sldMkLst>
      </pc:sldChg>
      <pc:sldChg chg="addSp delSp add del">
        <pc:chgData name="Jonas Pontes" userId="ec89d77feac789b5" providerId="LiveId" clId="{633EED07-5C02-3042-9321-513D75F8BEC5}" dt="2020-05-20T18:11:04.591" v="1350"/>
        <pc:sldMkLst>
          <pc:docMk/>
          <pc:sldMk cId="1115406930" sldId="273"/>
        </pc:sldMkLst>
      </pc:sldChg>
      <pc:sldChg chg="delSp modSp add modAnim">
        <pc:chgData name="Jonas Pontes" userId="ec89d77feac789b5" providerId="LiveId" clId="{633EED07-5C02-3042-9321-513D75F8BEC5}" dt="2020-05-20T18:17:48.705" v="1894" actId="114"/>
        <pc:sldMkLst>
          <pc:docMk/>
          <pc:sldMk cId="620194844" sldId="274"/>
        </pc:sldMkLst>
      </pc:sldChg>
      <pc:sldChg chg="addSp delSp modSp add modAnim">
        <pc:chgData name="Jonas Pontes" userId="ec89d77feac789b5" providerId="LiveId" clId="{633EED07-5C02-3042-9321-513D75F8BEC5}" dt="2020-05-20T18:27:08.806" v="1952" actId="14100"/>
        <pc:sldMkLst>
          <pc:docMk/>
          <pc:sldMk cId="3170342123" sldId="275"/>
        </pc:sldMkLst>
      </pc:sldChg>
      <pc:sldChg chg="delSp modSp add modAnim">
        <pc:chgData name="Jonas Pontes" userId="ec89d77feac789b5" providerId="LiveId" clId="{633EED07-5C02-3042-9321-513D75F8BEC5}" dt="2020-05-20T18:41:20.505" v="2198" actId="20577"/>
        <pc:sldMkLst>
          <pc:docMk/>
          <pc:sldMk cId="1525621355" sldId="276"/>
        </pc:sldMkLst>
      </pc:sldChg>
      <pc:sldChg chg="addSp delSp modSp add">
        <pc:chgData name="Jonas Pontes" userId="ec89d77feac789b5" providerId="LiveId" clId="{633EED07-5C02-3042-9321-513D75F8BEC5}" dt="2020-05-20T19:11:03.358" v="2349" actId="1037"/>
        <pc:sldMkLst>
          <pc:docMk/>
          <pc:sldMk cId="3621535449" sldId="277"/>
        </pc:sldMkLst>
      </pc:sldChg>
      <pc:sldChg chg="modSp add modAnim">
        <pc:chgData name="Jonas Pontes" userId="ec89d77feac789b5" providerId="LiveId" clId="{633EED07-5C02-3042-9321-513D75F8BEC5}" dt="2020-05-20T19:13:51.313" v="2748" actId="20577"/>
        <pc:sldMkLst>
          <pc:docMk/>
          <pc:sldMk cId="2941284590" sldId="278"/>
        </pc:sldMkLst>
      </pc:sldChg>
      <pc:sldChg chg="modSp add modAnim">
        <pc:chgData name="Jonas Pontes" userId="ec89d77feac789b5" providerId="LiveId" clId="{633EED07-5C02-3042-9321-513D75F8BEC5}" dt="2020-05-20T19:27:25.802" v="3421" actId="113"/>
        <pc:sldMkLst>
          <pc:docMk/>
          <pc:sldMk cId="769484552" sldId="279"/>
        </pc:sldMkLst>
      </pc:sldChg>
      <pc:sldChg chg="modSp add modAnim">
        <pc:chgData name="Jonas Pontes" userId="ec89d77feac789b5" providerId="LiveId" clId="{633EED07-5C02-3042-9321-513D75F8BEC5}" dt="2020-05-20T19:34:16.097" v="3988"/>
        <pc:sldMkLst>
          <pc:docMk/>
          <pc:sldMk cId="2731512820" sldId="280"/>
        </pc:sldMkLst>
      </pc:sldChg>
      <pc:sldChg chg="modSp add modAnim">
        <pc:chgData name="Jonas Pontes" userId="ec89d77feac789b5" providerId="LiveId" clId="{633EED07-5C02-3042-9321-513D75F8BEC5}" dt="2020-05-20T19:36:51.922" v="4058" actId="20577"/>
        <pc:sldMkLst>
          <pc:docMk/>
          <pc:sldMk cId="2499819818" sldId="281"/>
        </pc:sldMkLst>
      </pc:sldChg>
      <pc:sldChg chg="modSp add modAnim">
        <pc:chgData name="Jonas Pontes" userId="ec89d77feac789b5" providerId="LiveId" clId="{633EED07-5C02-3042-9321-513D75F8BEC5}" dt="2020-05-20T19:32:54.050" v="3967" actId="123"/>
        <pc:sldMkLst>
          <pc:docMk/>
          <pc:sldMk cId="3792228599" sldId="282"/>
        </pc:sldMkLst>
      </pc:sldChg>
      <pc:sldChg chg="modSp add modAnim">
        <pc:chgData name="Jonas Pontes" userId="ec89d77feac789b5" providerId="LiveId" clId="{633EED07-5C02-3042-9321-513D75F8BEC5}" dt="2020-05-20T19:41:52.923" v="4185" actId="20577"/>
        <pc:sldMkLst>
          <pc:docMk/>
          <pc:sldMk cId="670364965" sldId="283"/>
        </pc:sldMkLst>
      </pc:sldChg>
      <pc:sldChg chg="delSp modSp add modAnim">
        <pc:chgData name="Jonas Pontes" userId="ec89d77feac789b5" providerId="LiveId" clId="{633EED07-5C02-3042-9321-513D75F8BEC5}" dt="2020-05-20T19:45:38.689" v="4325" actId="20577"/>
        <pc:sldMkLst>
          <pc:docMk/>
          <pc:sldMk cId="3802149092" sldId="284"/>
        </pc:sldMkLst>
      </pc:sldChg>
    </pc:docChg>
  </pc:docChgLst>
  <pc:docChgLst>
    <pc:chgData name="Ramon Barbosa" userId="d9445948bc09cf8f" providerId="Windows Live" clId="Web-{75D7B9D8-8092-41D5-A176-B6DE552E4479}"/>
    <pc:docChg chg="addSld delSld modSld">
      <pc:chgData name="Ramon Barbosa" userId="d9445948bc09cf8f" providerId="Windows Live" clId="Web-{75D7B9D8-8092-41D5-A176-B6DE552E4479}" dt="2020-05-20T05:27:59.974" v="1169" actId="1076"/>
      <pc:docMkLst>
        <pc:docMk/>
      </pc:docMkLst>
      <pc:sldChg chg="modSp">
        <pc:chgData name="Ramon Barbosa" userId="d9445948bc09cf8f" providerId="Windows Live" clId="Web-{75D7B9D8-8092-41D5-A176-B6DE552E4479}" dt="2020-05-20T03:06:10.287" v="6" actId="20577"/>
        <pc:sldMkLst>
          <pc:docMk/>
          <pc:sldMk cId="2508072662" sldId="257"/>
        </pc:sldMkLst>
      </pc:sldChg>
      <pc:sldChg chg="modSp">
        <pc:chgData name="Ramon Barbosa" userId="d9445948bc09cf8f" providerId="Windows Live" clId="Web-{75D7B9D8-8092-41D5-A176-B6DE552E4479}" dt="2020-05-20T03:08:00.225" v="28" actId="20577"/>
        <pc:sldMkLst>
          <pc:docMk/>
          <pc:sldMk cId="1604734700" sldId="258"/>
        </pc:sldMkLst>
      </pc:sldChg>
      <pc:sldChg chg="modSp add replId">
        <pc:chgData name="Ramon Barbosa" userId="d9445948bc09cf8f" providerId="Windows Live" clId="Web-{75D7B9D8-8092-41D5-A176-B6DE552E4479}" dt="2020-05-20T04:07:09.188" v="478" actId="20577"/>
        <pc:sldMkLst>
          <pc:docMk/>
          <pc:sldMk cId="2010506525" sldId="259"/>
        </pc:sldMkLst>
      </pc:sldChg>
      <pc:sldChg chg="modSp add replId">
        <pc:chgData name="Ramon Barbosa" userId="d9445948bc09cf8f" providerId="Windows Live" clId="Web-{75D7B9D8-8092-41D5-A176-B6DE552E4479}" dt="2020-05-20T04:10:50.986" v="579" actId="20577"/>
        <pc:sldMkLst>
          <pc:docMk/>
          <pc:sldMk cId="3713020910" sldId="260"/>
        </pc:sldMkLst>
      </pc:sldChg>
      <pc:sldChg chg="addSp delSp modSp add del replId delAnim">
        <pc:chgData name="Ramon Barbosa" userId="d9445948bc09cf8f" providerId="Windows Live" clId="Web-{75D7B9D8-8092-41D5-A176-B6DE552E4479}" dt="2020-05-20T04:12:47.455" v="582"/>
        <pc:sldMkLst>
          <pc:docMk/>
          <pc:sldMk cId="1930500852" sldId="261"/>
        </pc:sldMkLst>
      </pc:sldChg>
      <pc:sldChg chg="addSp modSp add replId">
        <pc:chgData name="Ramon Barbosa" userId="d9445948bc09cf8f" providerId="Windows Live" clId="Web-{75D7B9D8-8092-41D5-A176-B6DE552E4479}" dt="2020-05-20T04:15:34.658" v="639" actId="20577"/>
        <pc:sldMkLst>
          <pc:docMk/>
          <pc:sldMk cId="3010606149" sldId="261"/>
        </pc:sldMkLst>
      </pc:sldChg>
      <pc:sldChg chg="addSp delSp modSp add replId">
        <pc:chgData name="Ramon Barbosa" userId="d9445948bc09cf8f" providerId="Windows Live" clId="Web-{75D7B9D8-8092-41D5-A176-B6DE552E4479}" dt="2020-05-20T04:17:32.268" v="660" actId="20577"/>
        <pc:sldMkLst>
          <pc:docMk/>
          <pc:sldMk cId="3318507857" sldId="262"/>
        </pc:sldMkLst>
      </pc:sldChg>
      <pc:sldChg chg="addSp delSp modSp add replId">
        <pc:chgData name="Ramon Barbosa" userId="d9445948bc09cf8f" providerId="Windows Live" clId="Web-{75D7B9D8-8092-41D5-A176-B6DE552E4479}" dt="2020-05-20T04:20:10.097" v="669" actId="1076"/>
        <pc:sldMkLst>
          <pc:docMk/>
          <pc:sldMk cId="2820262486" sldId="263"/>
        </pc:sldMkLst>
      </pc:sldChg>
      <pc:sldChg chg="addSp delSp modSp add replId">
        <pc:chgData name="Ramon Barbosa" userId="d9445948bc09cf8f" providerId="Windows Live" clId="Web-{75D7B9D8-8092-41D5-A176-B6DE552E4479}" dt="2020-05-20T04:44:01.221" v="870" actId="20577"/>
        <pc:sldMkLst>
          <pc:docMk/>
          <pc:sldMk cId="1604018610" sldId="264"/>
        </pc:sldMkLst>
      </pc:sldChg>
      <pc:sldChg chg="addSp delSp modSp add replId">
        <pc:chgData name="Ramon Barbosa" userId="d9445948bc09cf8f" providerId="Windows Live" clId="Web-{75D7B9D8-8092-41D5-A176-B6DE552E4479}" dt="2020-05-20T04:39:01.707" v="795" actId="20577"/>
        <pc:sldMkLst>
          <pc:docMk/>
          <pc:sldMk cId="1109241122" sldId="265"/>
        </pc:sldMkLst>
      </pc:sldChg>
      <pc:sldChg chg="addSp delSp modSp add replId">
        <pc:chgData name="Ramon Barbosa" userId="d9445948bc09cf8f" providerId="Windows Live" clId="Web-{75D7B9D8-8092-41D5-A176-B6DE552E4479}" dt="2020-05-20T05:07:41.274" v="937"/>
        <pc:sldMkLst>
          <pc:docMk/>
          <pc:sldMk cId="2640320751" sldId="266"/>
        </pc:sldMkLst>
      </pc:sldChg>
      <pc:sldChg chg="addSp delSp modSp add replId">
        <pc:chgData name="Ramon Barbosa" userId="d9445948bc09cf8f" providerId="Windows Live" clId="Web-{75D7B9D8-8092-41D5-A176-B6DE552E4479}" dt="2020-05-20T05:10:07.897" v="942" actId="1076"/>
        <pc:sldMkLst>
          <pc:docMk/>
          <pc:sldMk cId="3460624835" sldId="267"/>
        </pc:sldMkLst>
      </pc:sldChg>
      <pc:sldChg chg="addSp delSp modSp add replId">
        <pc:chgData name="Ramon Barbosa" userId="d9445948bc09cf8f" providerId="Windows Live" clId="Web-{75D7B9D8-8092-41D5-A176-B6DE552E4479}" dt="2020-05-20T05:27:59.974" v="1169" actId="1076"/>
        <pc:sldMkLst>
          <pc:docMk/>
          <pc:sldMk cId="1650412590" sldId="268"/>
        </pc:sldMkLst>
      </pc:sldChg>
    </pc:docChg>
  </pc:docChgLst>
  <pc:docChgLst>
    <pc:chgData name="Ramon Barbosa" userId="d9445948bc09cf8f" providerId="Windows Live" clId="Web-{9A60610F-C4FC-4F63-91DA-E4D880EC930B}"/>
    <pc:docChg chg="addSld delSld addMainMaster modMainMaster">
      <pc:chgData name="Ramon Barbosa" userId="d9445948bc09cf8f" providerId="Windows Live" clId="Web-{9A60610F-C4FC-4F63-91DA-E4D880EC930B}" dt="2020-05-20T03:04:06.829" v="2"/>
      <pc:docMkLst>
        <pc:docMk/>
      </pc:docMkLst>
      <pc:sldChg chg="del">
        <pc:chgData name="Ramon Barbosa" userId="d9445948bc09cf8f" providerId="Windows Live" clId="Web-{9A60610F-C4FC-4F63-91DA-E4D880EC930B}" dt="2020-05-20T03:02:32.564" v="1"/>
        <pc:sldMkLst>
          <pc:docMk/>
          <pc:sldMk cId="2210866551" sldId="256"/>
        </pc:sldMkLst>
      </pc:sldChg>
      <pc:sldChg chg="add">
        <pc:chgData name="Ramon Barbosa" userId="d9445948bc09cf8f" providerId="Windows Live" clId="Web-{9A60610F-C4FC-4F63-91DA-E4D880EC930B}" dt="2020-05-20T03:02:26.610" v="0"/>
        <pc:sldMkLst>
          <pc:docMk/>
          <pc:sldMk cId="2508072662" sldId="257"/>
        </pc:sldMkLst>
      </pc:sldChg>
      <pc:sldChg chg="add">
        <pc:chgData name="Ramon Barbosa" userId="d9445948bc09cf8f" providerId="Windows Live" clId="Web-{9A60610F-C4FC-4F63-91DA-E4D880EC930B}" dt="2020-05-20T03:04:06.829" v="2"/>
        <pc:sldMkLst>
          <pc:docMk/>
          <pc:sldMk cId="1604734700" sldId="258"/>
        </pc:sldMkLst>
      </pc:sldChg>
      <pc:sldMasterChg chg="add addSldLayout">
        <pc:chgData name="Ramon Barbosa" userId="d9445948bc09cf8f" providerId="Windows Live" clId="Web-{9A60610F-C4FC-4F63-91DA-E4D880EC930B}" dt="2020-05-20T03:02:26.610" v="0"/>
        <pc:sldMasterMkLst>
          <pc:docMk/>
          <pc:sldMasterMk cId="1873435345" sldId="2147483648"/>
        </pc:sldMasterMkLst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2314353782" sldId="2147483649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324654847" sldId="2147483650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909770735" sldId="2147483651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3190579537" sldId="2147483652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147233996" sldId="2147483653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1878012421" sldId="2147483654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168980633" sldId="2147483655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2035963179" sldId="2147483656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2188887542" sldId="2147483657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3444978884" sldId="2147483658"/>
          </pc:sldLayoutMkLst>
        </pc:sldLayoutChg>
        <pc:sldLayoutChg chg="add">
          <pc:chgData name="Ramon Barbosa" userId="d9445948bc09cf8f" providerId="Windows Live" clId="Web-{9A60610F-C4FC-4F63-91DA-E4D880EC930B}" dt="2020-05-20T03:02:26.610" v="0"/>
          <pc:sldLayoutMkLst>
            <pc:docMk/>
            <pc:sldMasterMk cId="1873435345" sldId="2147483648"/>
            <pc:sldLayoutMk cId="18473577" sldId="2147483659"/>
          </pc:sldLayoutMkLst>
        </pc:sldLayoutChg>
      </pc:sldMasterChg>
      <pc:sldMasterChg chg="replId modSldLayout">
        <pc:chgData name="Ramon Barbosa" userId="d9445948bc09cf8f" providerId="Windows Live" clId="Web-{9A60610F-C4FC-4F63-91DA-E4D880EC930B}" dt="2020-05-20T03:02:26.610" v="0"/>
        <pc:sldMasterMkLst>
          <pc:docMk/>
          <pc:sldMasterMk cId="2675746937" sldId="2147483660"/>
        </pc:sldMasterMkLst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877683876" sldId="2147483661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314005268" sldId="2147483662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3781375764" sldId="2147483663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2124613824" sldId="2147483664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3694421058" sldId="2147483665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3108533492" sldId="2147483666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578281579" sldId="2147483667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2217836567" sldId="2147483668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2245566346" sldId="2147483669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746588027" sldId="2147483670"/>
          </pc:sldLayoutMkLst>
        </pc:sldLayoutChg>
        <pc:sldLayoutChg chg="replId">
          <pc:chgData name="Ramon Barbosa" userId="d9445948bc09cf8f" providerId="Windows Live" clId="Web-{9A60610F-C4FC-4F63-91DA-E4D880EC930B}" dt="2020-05-20T03:02:26.610" v="0"/>
          <pc:sldLayoutMkLst>
            <pc:docMk/>
            <pc:sldMasterMk cId="2675746937" sldId="2147483660"/>
            <pc:sldLayoutMk cId="1306397509" sldId="2147483671"/>
          </pc:sldLayoutMkLst>
        </pc:sldLayoutChg>
      </pc:sldMasterChg>
    </pc:docChg>
  </pc:docChgLst>
  <pc:docChgLst>
    <pc:chgData name="Jonas Pontes" userId="ec89d77feac789b5" providerId="LiveId" clId="{E4F2E8CE-43A6-8745-BAEF-F16DFC4C7997}"/>
    <pc:docChg chg="undo custSel addSld delSld modSld sldOrd">
      <pc:chgData name="Jonas Pontes" userId="ec89d77feac789b5" providerId="LiveId" clId="{E4F2E8CE-43A6-8745-BAEF-F16DFC4C7997}" dt="2020-06-12T02:14:03.163" v="4716" actId="20577"/>
      <pc:docMkLst>
        <pc:docMk/>
      </pc:docMkLst>
      <pc:sldChg chg="modSp">
        <pc:chgData name="Jonas Pontes" userId="ec89d77feac789b5" providerId="LiveId" clId="{E4F2E8CE-43A6-8745-BAEF-F16DFC4C7997}" dt="2020-06-11T20:36:04.973" v="4672" actId="20577"/>
        <pc:sldMkLst>
          <pc:docMk/>
          <pc:sldMk cId="2508072662" sldId="257"/>
        </pc:sldMkLst>
      </pc:sldChg>
      <pc:sldChg chg="modSp modAnim">
        <pc:chgData name="Jonas Pontes" userId="ec89d77feac789b5" providerId="LiveId" clId="{E4F2E8CE-43A6-8745-BAEF-F16DFC4C7997}" dt="2020-06-11T20:36:11.824" v="4674" actId="27636"/>
        <pc:sldMkLst>
          <pc:docMk/>
          <pc:sldMk cId="1604734700" sldId="258"/>
        </pc:sldMkLst>
      </pc:sldChg>
      <pc:sldChg chg="del">
        <pc:chgData name="Jonas Pontes" userId="ec89d77feac789b5" providerId="LiveId" clId="{E4F2E8CE-43A6-8745-BAEF-F16DFC4C7997}" dt="2020-06-10T17:25:56.131" v="41" actId="2696"/>
        <pc:sldMkLst>
          <pc:docMk/>
          <pc:sldMk cId="2010506525" sldId="259"/>
        </pc:sldMkLst>
      </pc:sldChg>
      <pc:sldChg chg="modSp add modAnim">
        <pc:chgData name="Jonas Pontes" userId="ec89d77feac789b5" providerId="LiveId" clId="{E4F2E8CE-43A6-8745-BAEF-F16DFC4C7997}" dt="2020-06-11T20:36:32.844" v="4691" actId="20577"/>
        <pc:sldMkLst>
          <pc:docMk/>
          <pc:sldMk cId="2474003082" sldId="259"/>
        </pc:sldMkLst>
      </pc:sldChg>
      <pc:sldChg chg="modSp add modAnim">
        <pc:chgData name="Jonas Pontes" userId="ec89d77feac789b5" providerId="LiveId" clId="{E4F2E8CE-43A6-8745-BAEF-F16DFC4C7997}" dt="2020-06-10T19:53:12.784" v="1392"/>
        <pc:sldMkLst>
          <pc:docMk/>
          <pc:sldMk cId="1971020714" sldId="260"/>
        </pc:sldMkLst>
      </pc:sldChg>
      <pc:sldChg chg="del">
        <pc:chgData name="Jonas Pontes" userId="ec89d77feac789b5" providerId="LiveId" clId="{E4F2E8CE-43A6-8745-BAEF-F16DFC4C7997}" dt="2020-06-10T17:25:56.147" v="42" actId="2696"/>
        <pc:sldMkLst>
          <pc:docMk/>
          <pc:sldMk cId="3713020910" sldId="260"/>
        </pc:sldMkLst>
      </pc:sldChg>
      <pc:sldChg chg="modSp add modAnim">
        <pc:chgData name="Jonas Pontes" userId="ec89d77feac789b5" providerId="LiveId" clId="{E4F2E8CE-43A6-8745-BAEF-F16DFC4C7997}" dt="2020-06-10T19:53:19.095" v="1393"/>
        <pc:sldMkLst>
          <pc:docMk/>
          <pc:sldMk cId="1738333817" sldId="261"/>
        </pc:sldMkLst>
      </pc:sldChg>
      <pc:sldChg chg="del">
        <pc:chgData name="Jonas Pontes" userId="ec89d77feac789b5" providerId="LiveId" clId="{E4F2E8CE-43A6-8745-BAEF-F16DFC4C7997}" dt="2020-06-10T17:25:56.173" v="43" actId="2696"/>
        <pc:sldMkLst>
          <pc:docMk/>
          <pc:sldMk cId="3010606149" sldId="261"/>
        </pc:sldMkLst>
      </pc:sldChg>
      <pc:sldChg chg="addSp delSp modSp add modAnim">
        <pc:chgData name="Jonas Pontes" userId="ec89d77feac789b5" providerId="LiveId" clId="{E4F2E8CE-43A6-8745-BAEF-F16DFC4C7997}" dt="2020-06-10T18:19:35.591" v="848" actId="1076"/>
        <pc:sldMkLst>
          <pc:docMk/>
          <pc:sldMk cId="1561158305" sldId="262"/>
        </pc:sldMkLst>
      </pc:sldChg>
      <pc:sldChg chg="del">
        <pc:chgData name="Jonas Pontes" userId="ec89d77feac789b5" providerId="LiveId" clId="{E4F2E8CE-43A6-8745-BAEF-F16DFC4C7997}" dt="2020-06-10T17:25:56.208" v="46" actId="2696"/>
        <pc:sldMkLst>
          <pc:docMk/>
          <pc:sldMk cId="3318507857" sldId="262"/>
        </pc:sldMkLst>
      </pc:sldChg>
      <pc:sldChg chg="del">
        <pc:chgData name="Jonas Pontes" userId="ec89d77feac789b5" providerId="LiveId" clId="{E4F2E8CE-43A6-8745-BAEF-F16DFC4C7997}" dt="2020-06-10T17:25:56.229" v="48" actId="2696"/>
        <pc:sldMkLst>
          <pc:docMk/>
          <pc:sldMk cId="2820262486" sldId="263"/>
        </pc:sldMkLst>
      </pc:sldChg>
      <pc:sldChg chg="modSp add">
        <pc:chgData name="Jonas Pontes" userId="ec89d77feac789b5" providerId="LiveId" clId="{E4F2E8CE-43A6-8745-BAEF-F16DFC4C7997}" dt="2020-06-10T18:20:17.332" v="859" actId="1035"/>
        <pc:sldMkLst>
          <pc:docMk/>
          <pc:sldMk cId="4107346496" sldId="263"/>
        </pc:sldMkLst>
      </pc:sldChg>
      <pc:sldChg chg="addSp delSp modSp add">
        <pc:chgData name="Jonas Pontes" userId="ec89d77feac789b5" providerId="LiveId" clId="{E4F2E8CE-43A6-8745-BAEF-F16DFC4C7997}" dt="2020-06-10T18:20:43.503" v="870" actId="1036"/>
        <pc:sldMkLst>
          <pc:docMk/>
          <pc:sldMk cId="704386821" sldId="264"/>
        </pc:sldMkLst>
      </pc:sldChg>
      <pc:sldChg chg="del">
        <pc:chgData name="Jonas Pontes" userId="ec89d77feac789b5" providerId="LiveId" clId="{E4F2E8CE-43A6-8745-BAEF-F16DFC4C7997}" dt="2020-06-10T17:25:56.253" v="50" actId="2696"/>
        <pc:sldMkLst>
          <pc:docMk/>
          <pc:sldMk cId="1604018610" sldId="264"/>
        </pc:sldMkLst>
      </pc:sldChg>
      <pc:sldChg chg="del">
        <pc:chgData name="Jonas Pontes" userId="ec89d77feac789b5" providerId="LiveId" clId="{E4F2E8CE-43A6-8745-BAEF-F16DFC4C7997}" dt="2020-06-10T17:25:56.219" v="47" actId="2696"/>
        <pc:sldMkLst>
          <pc:docMk/>
          <pc:sldMk cId="1109241122" sldId="265"/>
        </pc:sldMkLst>
      </pc:sldChg>
      <pc:sldChg chg="addSp delSp modSp add">
        <pc:chgData name="Jonas Pontes" userId="ec89d77feac789b5" providerId="LiveId" clId="{E4F2E8CE-43A6-8745-BAEF-F16DFC4C7997}" dt="2020-06-10T18:21:13.663" v="878" actId="1038"/>
        <pc:sldMkLst>
          <pc:docMk/>
          <pc:sldMk cId="1555375024" sldId="265"/>
        </pc:sldMkLst>
      </pc:sldChg>
      <pc:sldChg chg="modSp add">
        <pc:chgData name="Jonas Pontes" userId="ec89d77feac789b5" providerId="LiveId" clId="{E4F2E8CE-43A6-8745-BAEF-F16DFC4C7997}" dt="2020-06-10T19:06:04.180" v="895" actId="1037"/>
        <pc:sldMkLst>
          <pc:docMk/>
          <pc:sldMk cId="1021357828" sldId="266"/>
        </pc:sldMkLst>
      </pc:sldChg>
      <pc:sldChg chg="del">
        <pc:chgData name="Jonas Pontes" userId="ec89d77feac789b5" providerId="LiveId" clId="{E4F2E8CE-43A6-8745-BAEF-F16DFC4C7997}" dt="2020-06-10T17:25:56.291" v="53" actId="2696"/>
        <pc:sldMkLst>
          <pc:docMk/>
          <pc:sldMk cId="2640320751" sldId="266"/>
        </pc:sldMkLst>
      </pc:sldChg>
      <pc:sldChg chg="modSp add">
        <pc:chgData name="Jonas Pontes" userId="ec89d77feac789b5" providerId="LiveId" clId="{E4F2E8CE-43A6-8745-BAEF-F16DFC4C7997}" dt="2020-06-10T19:08:39.643" v="909" actId="1076"/>
        <pc:sldMkLst>
          <pc:docMk/>
          <pc:sldMk cId="1923016689" sldId="267"/>
        </pc:sldMkLst>
      </pc:sldChg>
      <pc:sldChg chg="del">
        <pc:chgData name="Jonas Pontes" userId="ec89d77feac789b5" providerId="LiveId" clId="{E4F2E8CE-43A6-8745-BAEF-F16DFC4C7997}" dt="2020-06-10T17:25:56.319" v="55" actId="2696"/>
        <pc:sldMkLst>
          <pc:docMk/>
          <pc:sldMk cId="3460624835" sldId="267"/>
        </pc:sldMkLst>
      </pc:sldChg>
      <pc:sldChg chg="del">
        <pc:chgData name="Jonas Pontes" userId="ec89d77feac789b5" providerId="LiveId" clId="{E4F2E8CE-43A6-8745-BAEF-F16DFC4C7997}" dt="2020-06-10T17:25:56.344" v="57" actId="2696"/>
        <pc:sldMkLst>
          <pc:docMk/>
          <pc:sldMk cId="1650412590" sldId="268"/>
        </pc:sldMkLst>
      </pc:sldChg>
      <pc:sldChg chg="delSp modSp add delAnim">
        <pc:chgData name="Jonas Pontes" userId="ec89d77feac789b5" providerId="LiveId" clId="{E4F2E8CE-43A6-8745-BAEF-F16DFC4C7997}" dt="2020-06-10T20:01:38.785" v="1819" actId="20577"/>
        <pc:sldMkLst>
          <pc:docMk/>
          <pc:sldMk cId="2194876368" sldId="268"/>
        </pc:sldMkLst>
      </pc:sldChg>
      <pc:sldChg chg="del">
        <pc:chgData name="Jonas Pontes" userId="ec89d77feac789b5" providerId="LiveId" clId="{E4F2E8CE-43A6-8745-BAEF-F16DFC4C7997}" dt="2020-06-10T17:25:56.186" v="44" actId="2696"/>
        <pc:sldMkLst>
          <pc:docMk/>
          <pc:sldMk cId="1162938344" sldId="269"/>
        </pc:sldMkLst>
      </pc:sldChg>
      <pc:sldChg chg="modSp add ord">
        <pc:chgData name="Jonas Pontes" userId="ec89d77feac789b5" providerId="LiveId" clId="{E4F2E8CE-43A6-8745-BAEF-F16DFC4C7997}" dt="2020-06-10T19:17:50.030" v="1077" actId="1037"/>
        <pc:sldMkLst>
          <pc:docMk/>
          <pc:sldMk cId="2606075014" sldId="269"/>
        </pc:sldMkLst>
      </pc:sldChg>
      <pc:sldChg chg="modSp add">
        <pc:chgData name="Jonas Pontes" userId="ec89d77feac789b5" providerId="LiveId" clId="{E4F2E8CE-43A6-8745-BAEF-F16DFC4C7997}" dt="2020-06-10T19:20:19.439" v="1104" actId="1037"/>
        <pc:sldMkLst>
          <pc:docMk/>
          <pc:sldMk cId="514038977" sldId="270"/>
        </pc:sldMkLst>
      </pc:sldChg>
      <pc:sldChg chg="del">
        <pc:chgData name="Jonas Pontes" userId="ec89d77feac789b5" providerId="LiveId" clId="{E4F2E8CE-43A6-8745-BAEF-F16DFC4C7997}" dt="2020-06-10T17:25:56.197" v="45" actId="2696"/>
        <pc:sldMkLst>
          <pc:docMk/>
          <pc:sldMk cId="2919691300" sldId="270"/>
        </pc:sldMkLst>
      </pc:sldChg>
      <pc:sldChg chg="modSp add">
        <pc:chgData name="Jonas Pontes" userId="ec89d77feac789b5" providerId="LiveId" clId="{E4F2E8CE-43A6-8745-BAEF-F16DFC4C7997}" dt="2020-06-10T19:21:34.292" v="1120" actId="1076"/>
        <pc:sldMkLst>
          <pc:docMk/>
          <pc:sldMk cId="1126967672" sldId="271"/>
        </pc:sldMkLst>
      </pc:sldChg>
      <pc:sldChg chg="del">
        <pc:chgData name="Jonas Pontes" userId="ec89d77feac789b5" providerId="LiveId" clId="{E4F2E8CE-43A6-8745-BAEF-F16DFC4C7997}" dt="2020-06-10T17:25:56.240" v="49" actId="2696"/>
        <pc:sldMkLst>
          <pc:docMk/>
          <pc:sldMk cId="3576616081" sldId="271"/>
        </pc:sldMkLst>
      </pc:sldChg>
      <pc:sldChg chg="del">
        <pc:chgData name="Jonas Pontes" userId="ec89d77feac789b5" providerId="LiveId" clId="{E4F2E8CE-43A6-8745-BAEF-F16DFC4C7997}" dt="2020-06-10T17:25:56.267" v="51" actId="2696"/>
        <pc:sldMkLst>
          <pc:docMk/>
          <pc:sldMk cId="94562437" sldId="272"/>
        </pc:sldMkLst>
      </pc:sldChg>
      <pc:sldChg chg="modSp add">
        <pc:chgData name="Jonas Pontes" userId="ec89d77feac789b5" providerId="LiveId" clId="{E4F2E8CE-43A6-8745-BAEF-F16DFC4C7997}" dt="2020-06-10T19:22:47.058" v="1135" actId="1035"/>
        <pc:sldMkLst>
          <pc:docMk/>
          <pc:sldMk cId="212173601" sldId="272"/>
        </pc:sldMkLst>
      </pc:sldChg>
      <pc:sldChg chg="del">
        <pc:chgData name="Jonas Pontes" userId="ec89d77feac789b5" providerId="LiveId" clId="{E4F2E8CE-43A6-8745-BAEF-F16DFC4C7997}" dt="2020-06-10T17:25:56.302" v="54" actId="2696"/>
        <pc:sldMkLst>
          <pc:docMk/>
          <pc:sldMk cId="369247752" sldId="273"/>
        </pc:sldMkLst>
      </pc:sldChg>
      <pc:sldChg chg="modSp add">
        <pc:chgData name="Jonas Pontes" userId="ec89d77feac789b5" providerId="LiveId" clId="{E4F2E8CE-43A6-8745-BAEF-F16DFC4C7997}" dt="2020-06-10T19:24:26.350" v="1164" actId="1036"/>
        <pc:sldMkLst>
          <pc:docMk/>
          <pc:sldMk cId="1513164417" sldId="273"/>
        </pc:sldMkLst>
      </pc:sldChg>
      <pc:sldChg chg="del">
        <pc:chgData name="Jonas Pontes" userId="ec89d77feac789b5" providerId="LiveId" clId="{E4F2E8CE-43A6-8745-BAEF-F16DFC4C7997}" dt="2020-06-10T17:25:56.331" v="56" actId="2696"/>
        <pc:sldMkLst>
          <pc:docMk/>
          <pc:sldMk cId="620194844" sldId="274"/>
        </pc:sldMkLst>
      </pc:sldChg>
      <pc:sldChg chg="delSp modSp add delAnim">
        <pc:chgData name="Jonas Pontes" userId="ec89d77feac789b5" providerId="LiveId" clId="{E4F2E8CE-43A6-8745-BAEF-F16DFC4C7997}" dt="2020-06-10T20:01:31.433" v="1818" actId="20577"/>
        <pc:sldMkLst>
          <pc:docMk/>
          <pc:sldMk cId="3439439024" sldId="274"/>
        </pc:sldMkLst>
      </pc:sldChg>
      <pc:sldChg chg="modSp add">
        <pc:chgData name="Jonas Pontes" userId="ec89d77feac789b5" providerId="LiveId" clId="{E4F2E8CE-43A6-8745-BAEF-F16DFC4C7997}" dt="2020-06-10T19:27:25.490" v="1193" actId="1037"/>
        <pc:sldMkLst>
          <pc:docMk/>
          <pc:sldMk cId="2480784868" sldId="275"/>
        </pc:sldMkLst>
      </pc:sldChg>
      <pc:sldChg chg="del">
        <pc:chgData name="Jonas Pontes" userId="ec89d77feac789b5" providerId="LiveId" clId="{E4F2E8CE-43A6-8745-BAEF-F16DFC4C7997}" dt="2020-06-10T17:25:56.359" v="58" actId="2696"/>
        <pc:sldMkLst>
          <pc:docMk/>
          <pc:sldMk cId="3170342123" sldId="275"/>
        </pc:sldMkLst>
      </pc:sldChg>
      <pc:sldChg chg="del">
        <pc:chgData name="Jonas Pontes" userId="ec89d77feac789b5" providerId="LiveId" clId="{E4F2E8CE-43A6-8745-BAEF-F16DFC4C7997}" dt="2020-06-10T17:25:56.383" v="60" actId="2696"/>
        <pc:sldMkLst>
          <pc:docMk/>
          <pc:sldMk cId="1525621355" sldId="276"/>
        </pc:sldMkLst>
      </pc:sldChg>
      <pc:sldChg chg="modSp add">
        <pc:chgData name="Jonas Pontes" userId="ec89d77feac789b5" providerId="LiveId" clId="{E4F2E8CE-43A6-8745-BAEF-F16DFC4C7997}" dt="2020-06-10T19:28:40.239" v="1213" actId="1036"/>
        <pc:sldMkLst>
          <pc:docMk/>
          <pc:sldMk cId="2149557217" sldId="276"/>
        </pc:sldMkLst>
      </pc:sldChg>
      <pc:sldChg chg="modSp add">
        <pc:chgData name="Jonas Pontes" userId="ec89d77feac789b5" providerId="LiveId" clId="{E4F2E8CE-43A6-8745-BAEF-F16DFC4C7997}" dt="2020-06-10T19:29:57.471" v="1234" actId="1037"/>
        <pc:sldMkLst>
          <pc:docMk/>
          <pc:sldMk cId="2818465419" sldId="277"/>
        </pc:sldMkLst>
      </pc:sldChg>
      <pc:sldChg chg="del">
        <pc:chgData name="Jonas Pontes" userId="ec89d77feac789b5" providerId="LiveId" clId="{E4F2E8CE-43A6-8745-BAEF-F16DFC4C7997}" dt="2020-06-10T17:25:56.279" v="52" actId="2696"/>
        <pc:sldMkLst>
          <pc:docMk/>
          <pc:sldMk cId="3621535449" sldId="277"/>
        </pc:sldMkLst>
      </pc:sldChg>
      <pc:sldChg chg="modSp add">
        <pc:chgData name="Jonas Pontes" userId="ec89d77feac789b5" providerId="LiveId" clId="{E4F2E8CE-43A6-8745-BAEF-F16DFC4C7997}" dt="2020-06-10T19:31:00.228" v="1250" actId="1038"/>
        <pc:sldMkLst>
          <pc:docMk/>
          <pc:sldMk cId="5280457" sldId="278"/>
        </pc:sldMkLst>
      </pc:sldChg>
      <pc:sldChg chg="del">
        <pc:chgData name="Jonas Pontes" userId="ec89d77feac789b5" providerId="LiveId" clId="{E4F2E8CE-43A6-8745-BAEF-F16DFC4C7997}" dt="2020-06-10T17:25:56.400" v="61" actId="2696"/>
        <pc:sldMkLst>
          <pc:docMk/>
          <pc:sldMk cId="2941284590" sldId="278"/>
        </pc:sldMkLst>
      </pc:sldChg>
      <pc:sldChg chg="del">
        <pc:chgData name="Jonas Pontes" userId="ec89d77feac789b5" providerId="LiveId" clId="{E4F2E8CE-43A6-8745-BAEF-F16DFC4C7997}" dt="2020-06-10T17:25:56.416" v="62" actId="2696"/>
        <pc:sldMkLst>
          <pc:docMk/>
          <pc:sldMk cId="769484552" sldId="279"/>
        </pc:sldMkLst>
      </pc:sldChg>
      <pc:sldChg chg="delSp modSp add delAnim">
        <pc:chgData name="Jonas Pontes" userId="ec89d77feac789b5" providerId="LiveId" clId="{E4F2E8CE-43A6-8745-BAEF-F16DFC4C7997}" dt="2020-06-10T20:01:20.085" v="1815" actId="20577"/>
        <pc:sldMkLst>
          <pc:docMk/>
          <pc:sldMk cId="2453625486" sldId="279"/>
        </pc:sldMkLst>
      </pc:sldChg>
      <pc:sldChg chg="modSp add">
        <pc:chgData name="Jonas Pontes" userId="ec89d77feac789b5" providerId="LiveId" clId="{E4F2E8CE-43A6-8745-BAEF-F16DFC4C7997}" dt="2020-06-10T19:44:25.649" v="1280" actId="1076"/>
        <pc:sldMkLst>
          <pc:docMk/>
          <pc:sldMk cId="328617402" sldId="280"/>
        </pc:sldMkLst>
      </pc:sldChg>
      <pc:sldChg chg="del">
        <pc:chgData name="Jonas Pontes" userId="ec89d77feac789b5" providerId="LiveId" clId="{E4F2E8CE-43A6-8745-BAEF-F16DFC4C7997}" dt="2020-06-10T17:25:56.456" v="63" actId="2696"/>
        <pc:sldMkLst>
          <pc:docMk/>
          <pc:sldMk cId="2731512820" sldId="280"/>
        </pc:sldMkLst>
      </pc:sldChg>
      <pc:sldChg chg="del">
        <pc:chgData name="Jonas Pontes" userId="ec89d77feac789b5" providerId="LiveId" clId="{E4F2E8CE-43A6-8745-BAEF-F16DFC4C7997}" dt="2020-06-10T17:25:56.470" v="64" actId="2696"/>
        <pc:sldMkLst>
          <pc:docMk/>
          <pc:sldMk cId="2499819818" sldId="281"/>
        </pc:sldMkLst>
      </pc:sldChg>
      <pc:sldChg chg="modSp add">
        <pc:chgData name="Jonas Pontes" userId="ec89d77feac789b5" providerId="LiveId" clId="{E4F2E8CE-43A6-8745-BAEF-F16DFC4C7997}" dt="2020-06-10T19:45:40.828" v="1302" actId="1038"/>
        <pc:sldMkLst>
          <pc:docMk/>
          <pc:sldMk cId="3138730293" sldId="281"/>
        </pc:sldMkLst>
      </pc:sldChg>
      <pc:sldChg chg="modSp add">
        <pc:chgData name="Jonas Pontes" userId="ec89d77feac789b5" providerId="LiveId" clId="{E4F2E8CE-43A6-8745-BAEF-F16DFC4C7997}" dt="2020-06-10T19:47:10.648" v="1317" actId="1037"/>
        <pc:sldMkLst>
          <pc:docMk/>
          <pc:sldMk cId="1762832864" sldId="282"/>
        </pc:sldMkLst>
      </pc:sldChg>
      <pc:sldChg chg="del">
        <pc:chgData name="Jonas Pontes" userId="ec89d77feac789b5" providerId="LiveId" clId="{E4F2E8CE-43A6-8745-BAEF-F16DFC4C7997}" dt="2020-06-10T17:25:56.484" v="65" actId="2696"/>
        <pc:sldMkLst>
          <pc:docMk/>
          <pc:sldMk cId="3792228599" sldId="282"/>
        </pc:sldMkLst>
      </pc:sldChg>
      <pc:sldChg chg="del">
        <pc:chgData name="Jonas Pontes" userId="ec89d77feac789b5" providerId="LiveId" clId="{E4F2E8CE-43A6-8745-BAEF-F16DFC4C7997}" dt="2020-06-10T17:25:56.505" v="66" actId="2696"/>
        <pc:sldMkLst>
          <pc:docMk/>
          <pc:sldMk cId="670364965" sldId="283"/>
        </pc:sldMkLst>
      </pc:sldChg>
      <pc:sldChg chg="delSp modSp add delAnim">
        <pc:chgData name="Jonas Pontes" userId="ec89d77feac789b5" providerId="LiveId" clId="{E4F2E8CE-43A6-8745-BAEF-F16DFC4C7997}" dt="2020-06-10T19:59:11.340" v="1617" actId="20577"/>
        <pc:sldMkLst>
          <pc:docMk/>
          <pc:sldMk cId="2313270041" sldId="283"/>
        </pc:sldMkLst>
      </pc:sldChg>
      <pc:sldChg chg="del">
        <pc:chgData name="Jonas Pontes" userId="ec89d77feac789b5" providerId="LiveId" clId="{E4F2E8CE-43A6-8745-BAEF-F16DFC4C7997}" dt="2020-06-10T17:25:56.373" v="59" actId="2696"/>
        <pc:sldMkLst>
          <pc:docMk/>
          <pc:sldMk cId="3802149092" sldId="284"/>
        </pc:sldMkLst>
      </pc:sldChg>
      <pc:sldChg chg="modSp add ord">
        <pc:chgData name="Jonas Pontes" userId="ec89d77feac789b5" providerId="LiveId" clId="{E4F2E8CE-43A6-8745-BAEF-F16DFC4C7997}" dt="2020-06-10T19:49:16.488" v="1347" actId="1035"/>
        <pc:sldMkLst>
          <pc:docMk/>
          <pc:sldMk cId="4222915149" sldId="284"/>
        </pc:sldMkLst>
      </pc:sldChg>
      <pc:sldChg chg="modSp add">
        <pc:chgData name="Jonas Pontes" userId="ec89d77feac789b5" providerId="LiveId" clId="{E4F2E8CE-43A6-8745-BAEF-F16DFC4C7997}" dt="2020-06-10T19:50:06.766" v="1362" actId="1035"/>
        <pc:sldMkLst>
          <pc:docMk/>
          <pc:sldMk cId="1497455799" sldId="285"/>
        </pc:sldMkLst>
      </pc:sldChg>
      <pc:sldChg chg="delSp modSp add delAnim">
        <pc:chgData name="Jonas Pontes" userId="ec89d77feac789b5" providerId="LiveId" clId="{E4F2E8CE-43A6-8745-BAEF-F16DFC4C7997}" dt="2020-06-10T19:59:45.628" v="1642" actId="20577"/>
        <pc:sldMkLst>
          <pc:docMk/>
          <pc:sldMk cId="3338502481" sldId="286"/>
        </pc:sldMkLst>
      </pc:sldChg>
      <pc:sldChg chg="modSp add ord">
        <pc:chgData name="Jonas Pontes" userId="ec89d77feac789b5" providerId="LiveId" clId="{E4F2E8CE-43A6-8745-BAEF-F16DFC4C7997}" dt="2020-06-10T19:52:00.837" v="1383" actId="1076"/>
        <pc:sldMkLst>
          <pc:docMk/>
          <pc:sldMk cId="2481025290" sldId="287"/>
        </pc:sldMkLst>
      </pc:sldChg>
      <pc:sldChg chg="delSp modSp add delAnim">
        <pc:chgData name="Jonas Pontes" userId="ec89d77feac789b5" providerId="LiveId" clId="{E4F2E8CE-43A6-8745-BAEF-F16DFC4C7997}" dt="2020-06-10T20:00:23.281" v="1686" actId="20577"/>
        <pc:sldMkLst>
          <pc:docMk/>
          <pc:sldMk cId="951957099" sldId="288"/>
        </pc:sldMkLst>
      </pc:sldChg>
      <pc:sldChg chg="modSp add">
        <pc:chgData name="Jonas Pontes" userId="ec89d77feac789b5" providerId="LiveId" clId="{E4F2E8CE-43A6-8745-BAEF-F16DFC4C7997}" dt="2020-06-10T20:01:04.745" v="1814" actId="20577"/>
        <pc:sldMkLst>
          <pc:docMk/>
          <pc:sldMk cId="2109614786" sldId="289"/>
        </pc:sldMkLst>
      </pc:sldChg>
      <pc:sldChg chg="delSp modSp add delAnim">
        <pc:chgData name="Jonas Pontes" userId="ec89d77feac789b5" providerId="LiveId" clId="{E4F2E8CE-43A6-8745-BAEF-F16DFC4C7997}" dt="2020-06-10T19:53:56.133" v="1416" actId="242"/>
        <pc:sldMkLst>
          <pc:docMk/>
          <pc:sldMk cId="2088368534" sldId="290"/>
        </pc:sldMkLst>
      </pc:sldChg>
      <pc:sldChg chg="modSp add">
        <pc:chgData name="Jonas Pontes" userId="ec89d77feac789b5" providerId="LiveId" clId="{E4F2E8CE-43A6-8745-BAEF-F16DFC4C7997}" dt="2020-06-11T14:59:11.240" v="2024" actId="20577"/>
        <pc:sldMkLst>
          <pc:docMk/>
          <pc:sldMk cId="1231584810" sldId="291"/>
        </pc:sldMkLst>
      </pc:sldChg>
      <pc:sldChg chg="addSp modSp add">
        <pc:chgData name="Jonas Pontes" userId="ec89d77feac789b5" providerId="LiveId" clId="{E4F2E8CE-43A6-8745-BAEF-F16DFC4C7997}" dt="2020-06-11T15:05:28.007" v="2069" actId="1076"/>
        <pc:sldMkLst>
          <pc:docMk/>
          <pc:sldMk cId="799464076" sldId="292"/>
        </pc:sldMkLst>
      </pc:sldChg>
      <pc:sldChg chg="modSp add">
        <pc:chgData name="Jonas Pontes" userId="ec89d77feac789b5" providerId="LiveId" clId="{E4F2E8CE-43A6-8745-BAEF-F16DFC4C7997}" dt="2020-06-11T15:07:01.037" v="2094" actId="1038"/>
        <pc:sldMkLst>
          <pc:docMk/>
          <pc:sldMk cId="1448324872" sldId="293"/>
        </pc:sldMkLst>
      </pc:sldChg>
      <pc:sldChg chg="modSp add">
        <pc:chgData name="Jonas Pontes" userId="ec89d77feac789b5" providerId="LiveId" clId="{E4F2E8CE-43A6-8745-BAEF-F16DFC4C7997}" dt="2020-06-11T15:08:25.141" v="2112" actId="1036"/>
        <pc:sldMkLst>
          <pc:docMk/>
          <pc:sldMk cId="1698877414" sldId="294"/>
        </pc:sldMkLst>
      </pc:sldChg>
      <pc:sldChg chg="modSp add">
        <pc:chgData name="Jonas Pontes" userId="ec89d77feac789b5" providerId="LiveId" clId="{E4F2E8CE-43A6-8745-BAEF-F16DFC4C7997}" dt="2020-06-11T15:10:10.621" v="2126" actId="1076"/>
        <pc:sldMkLst>
          <pc:docMk/>
          <pc:sldMk cId="3049193089" sldId="295"/>
        </pc:sldMkLst>
      </pc:sldChg>
      <pc:sldChg chg="modSp add">
        <pc:chgData name="Jonas Pontes" userId="ec89d77feac789b5" providerId="LiveId" clId="{E4F2E8CE-43A6-8745-BAEF-F16DFC4C7997}" dt="2020-06-11T15:11:07.696" v="2141" actId="1038"/>
        <pc:sldMkLst>
          <pc:docMk/>
          <pc:sldMk cId="1103907962" sldId="296"/>
        </pc:sldMkLst>
      </pc:sldChg>
      <pc:sldChg chg="modSp add">
        <pc:chgData name="Jonas Pontes" userId="ec89d77feac789b5" providerId="LiveId" clId="{E4F2E8CE-43A6-8745-BAEF-F16DFC4C7997}" dt="2020-06-11T15:12:03.613" v="2151" actId="1076"/>
        <pc:sldMkLst>
          <pc:docMk/>
          <pc:sldMk cId="703767842" sldId="297"/>
        </pc:sldMkLst>
      </pc:sldChg>
      <pc:sldChg chg="addSp modSp add modAnim">
        <pc:chgData name="Jonas Pontes" userId="ec89d77feac789b5" providerId="LiveId" clId="{E4F2E8CE-43A6-8745-BAEF-F16DFC4C7997}" dt="2020-06-11T15:15:57.275" v="2303" actId="207"/>
        <pc:sldMkLst>
          <pc:docMk/>
          <pc:sldMk cId="1605750441" sldId="298"/>
        </pc:sldMkLst>
      </pc:sldChg>
      <pc:sldChg chg="delSp modSp add delAnim">
        <pc:chgData name="Jonas Pontes" userId="ec89d77feac789b5" providerId="LiveId" clId="{E4F2E8CE-43A6-8745-BAEF-F16DFC4C7997}" dt="2020-06-11T15:18:03.683" v="2481" actId="20577"/>
        <pc:sldMkLst>
          <pc:docMk/>
          <pc:sldMk cId="4115394227" sldId="299"/>
        </pc:sldMkLst>
      </pc:sldChg>
      <pc:sldChg chg="delSp modSp add">
        <pc:chgData name="Jonas Pontes" userId="ec89d77feac789b5" providerId="LiveId" clId="{E4F2E8CE-43A6-8745-BAEF-F16DFC4C7997}" dt="2020-06-11T17:16:31.526" v="3378" actId="1076"/>
        <pc:sldMkLst>
          <pc:docMk/>
          <pc:sldMk cId="3649728241" sldId="300"/>
        </pc:sldMkLst>
      </pc:sldChg>
      <pc:sldChg chg="modSp add">
        <pc:chgData name="Jonas Pontes" userId="ec89d77feac789b5" providerId="LiveId" clId="{E4F2E8CE-43A6-8745-BAEF-F16DFC4C7997}" dt="2020-06-11T17:16:27.663" v="3376" actId="1076"/>
        <pc:sldMkLst>
          <pc:docMk/>
          <pc:sldMk cId="3896976637" sldId="301"/>
        </pc:sldMkLst>
      </pc:sldChg>
      <pc:sldChg chg="modSp add">
        <pc:chgData name="Jonas Pontes" userId="ec89d77feac789b5" providerId="LiveId" clId="{E4F2E8CE-43A6-8745-BAEF-F16DFC4C7997}" dt="2020-06-11T17:16:23.809" v="3374" actId="1076"/>
        <pc:sldMkLst>
          <pc:docMk/>
          <pc:sldMk cId="1320461410" sldId="302"/>
        </pc:sldMkLst>
      </pc:sldChg>
      <pc:sldChg chg="modSp add">
        <pc:chgData name="Jonas Pontes" userId="ec89d77feac789b5" providerId="LiveId" clId="{E4F2E8CE-43A6-8745-BAEF-F16DFC4C7997}" dt="2020-06-11T17:16:17.299" v="3372" actId="1076"/>
        <pc:sldMkLst>
          <pc:docMk/>
          <pc:sldMk cId="4115804885" sldId="303"/>
        </pc:sldMkLst>
      </pc:sldChg>
      <pc:sldChg chg="modSp add">
        <pc:chgData name="Jonas Pontes" userId="ec89d77feac789b5" providerId="LiveId" clId="{E4F2E8CE-43A6-8745-BAEF-F16DFC4C7997}" dt="2020-06-11T17:16:13.622" v="3370" actId="1076"/>
        <pc:sldMkLst>
          <pc:docMk/>
          <pc:sldMk cId="2960178796" sldId="304"/>
        </pc:sldMkLst>
      </pc:sldChg>
      <pc:sldChg chg="modSp add">
        <pc:chgData name="Jonas Pontes" userId="ec89d77feac789b5" providerId="LiveId" clId="{E4F2E8CE-43A6-8745-BAEF-F16DFC4C7997}" dt="2020-06-11T17:16:09.503" v="3368" actId="1076"/>
        <pc:sldMkLst>
          <pc:docMk/>
          <pc:sldMk cId="725999930" sldId="305"/>
        </pc:sldMkLst>
      </pc:sldChg>
      <pc:sldChg chg="add del ord">
        <pc:chgData name="Jonas Pontes" userId="ec89d77feac789b5" providerId="LiveId" clId="{E4F2E8CE-43A6-8745-BAEF-F16DFC4C7997}" dt="2020-06-11T15:26:54.623" v="2592" actId="2696"/>
        <pc:sldMkLst>
          <pc:docMk/>
          <pc:sldMk cId="1495763750" sldId="306"/>
        </pc:sldMkLst>
      </pc:sldChg>
      <pc:sldChg chg="add del">
        <pc:chgData name="Jonas Pontes" userId="ec89d77feac789b5" providerId="LiveId" clId="{E4F2E8CE-43A6-8745-BAEF-F16DFC4C7997}" dt="2020-06-11T15:26:34.192" v="2589"/>
        <pc:sldMkLst>
          <pc:docMk/>
          <pc:sldMk cId="3387088531" sldId="306"/>
        </pc:sldMkLst>
      </pc:sldChg>
      <pc:sldChg chg="modSp add">
        <pc:chgData name="Jonas Pontes" userId="ec89d77feac789b5" providerId="LiveId" clId="{E4F2E8CE-43A6-8745-BAEF-F16DFC4C7997}" dt="2020-06-11T17:16:05.556" v="3366" actId="1076"/>
        <pc:sldMkLst>
          <pc:docMk/>
          <pc:sldMk cId="3701745676" sldId="306"/>
        </pc:sldMkLst>
      </pc:sldChg>
      <pc:sldChg chg="modSp add">
        <pc:chgData name="Jonas Pontes" userId="ec89d77feac789b5" providerId="LiveId" clId="{E4F2E8CE-43A6-8745-BAEF-F16DFC4C7997}" dt="2020-06-11T17:16:01.355" v="3364" actId="1076"/>
        <pc:sldMkLst>
          <pc:docMk/>
          <pc:sldMk cId="223445261" sldId="307"/>
        </pc:sldMkLst>
      </pc:sldChg>
      <pc:sldChg chg="modSp add">
        <pc:chgData name="Jonas Pontes" userId="ec89d77feac789b5" providerId="LiveId" clId="{E4F2E8CE-43A6-8745-BAEF-F16DFC4C7997}" dt="2020-06-11T17:15:57.928" v="3362" actId="1076"/>
        <pc:sldMkLst>
          <pc:docMk/>
          <pc:sldMk cId="2342977875" sldId="308"/>
        </pc:sldMkLst>
      </pc:sldChg>
      <pc:sldChg chg="addSp delSp modSp add modAnim">
        <pc:chgData name="Jonas Pontes" userId="ec89d77feac789b5" providerId="LiveId" clId="{E4F2E8CE-43A6-8745-BAEF-F16DFC4C7997}" dt="2020-06-11T17:15:51.583" v="3360" actId="1076"/>
        <pc:sldMkLst>
          <pc:docMk/>
          <pc:sldMk cId="1874849613" sldId="309"/>
        </pc:sldMkLst>
      </pc:sldChg>
      <pc:sldChg chg="modSp add">
        <pc:chgData name="Jonas Pontes" userId="ec89d77feac789b5" providerId="LiveId" clId="{E4F2E8CE-43A6-8745-BAEF-F16DFC4C7997}" dt="2020-06-11T17:15:47.798" v="3358" actId="1076"/>
        <pc:sldMkLst>
          <pc:docMk/>
          <pc:sldMk cId="3446082492" sldId="310"/>
        </pc:sldMkLst>
      </pc:sldChg>
      <pc:sldChg chg="modSp add">
        <pc:chgData name="Jonas Pontes" userId="ec89d77feac789b5" providerId="LiveId" clId="{E4F2E8CE-43A6-8745-BAEF-F16DFC4C7997}" dt="2020-06-11T17:15:42.248" v="3356" actId="1036"/>
        <pc:sldMkLst>
          <pc:docMk/>
          <pc:sldMk cId="1025775762" sldId="311"/>
        </pc:sldMkLst>
      </pc:sldChg>
      <pc:sldChg chg="addSp delSp modSp add delAnim">
        <pc:chgData name="Jonas Pontes" userId="ec89d77feac789b5" providerId="LiveId" clId="{E4F2E8CE-43A6-8745-BAEF-F16DFC4C7997}" dt="2020-06-11T17:15:25.858" v="3349" actId="1076"/>
        <pc:sldMkLst>
          <pc:docMk/>
          <pc:sldMk cId="2809824483" sldId="312"/>
        </pc:sldMkLst>
      </pc:sldChg>
      <pc:sldChg chg="modSp add ord">
        <pc:chgData name="Jonas Pontes" userId="ec89d77feac789b5" providerId="LiveId" clId="{E4F2E8CE-43A6-8745-BAEF-F16DFC4C7997}" dt="2020-06-11T17:15:21.428" v="3347" actId="1076"/>
        <pc:sldMkLst>
          <pc:docMk/>
          <pc:sldMk cId="2269147727" sldId="313"/>
        </pc:sldMkLst>
      </pc:sldChg>
      <pc:sldChg chg="modSp add">
        <pc:chgData name="Jonas Pontes" userId="ec89d77feac789b5" providerId="LiveId" clId="{E4F2E8CE-43A6-8745-BAEF-F16DFC4C7997}" dt="2020-06-11T17:15:17.440" v="3345" actId="1076"/>
        <pc:sldMkLst>
          <pc:docMk/>
          <pc:sldMk cId="2950338611" sldId="314"/>
        </pc:sldMkLst>
      </pc:sldChg>
      <pc:sldChg chg="modSp add">
        <pc:chgData name="Jonas Pontes" userId="ec89d77feac789b5" providerId="LiveId" clId="{E4F2E8CE-43A6-8745-BAEF-F16DFC4C7997}" dt="2020-06-11T17:15:13.125" v="3343" actId="1036"/>
        <pc:sldMkLst>
          <pc:docMk/>
          <pc:sldMk cId="2029144522" sldId="315"/>
        </pc:sldMkLst>
      </pc:sldChg>
      <pc:sldChg chg="delSp modSp add delAnim">
        <pc:chgData name="Jonas Pontes" userId="ec89d77feac789b5" providerId="LiveId" clId="{E4F2E8CE-43A6-8745-BAEF-F16DFC4C7997}" dt="2020-06-11T17:14:44.417" v="3338" actId="1076"/>
        <pc:sldMkLst>
          <pc:docMk/>
          <pc:sldMk cId="1005364399" sldId="316"/>
        </pc:sldMkLst>
      </pc:sldChg>
      <pc:sldChg chg="modSp add">
        <pc:chgData name="Jonas Pontes" userId="ec89d77feac789b5" providerId="LiveId" clId="{E4F2E8CE-43A6-8745-BAEF-F16DFC4C7997}" dt="2020-06-11T17:14:40.591" v="3336" actId="1076"/>
        <pc:sldMkLst>
          <pc:docMk/>
          <pc:sldMk cId="981404837" sldId="317"/>
        </pc:sldMkLst>
      </pc:sldChg>
      <pc:sldChg chg="modSp add del">
        <pc:chgData name="Jonas Pontes" userId="ec89d77feac789b5" providerId="LiveId" clId="{E4F2E8CE-43A6-8745-BAEF-F16DFC4C7997}" dt="2020-06-11T16:56:33.154" v="2848"/>
        <pc:sldMkLst>
          <pc:docMk/>
          <pc:sldMk cId="2104477386" sldId="317"/>
        </pc:sldMkLst>
      </pc:sldChg>
      <pc:sldChg chg="add del">
        <pc:chgData name="Jonas Pontes" userId="ec89d77feac789b5" providerId="LiveId" clId="{E4F2E8CE-43A6-8745-BAEF-F16DFC4C7997}" dt="2020-06-11T16:56:54.564" v="2854"/>
        <pc:sldMkLst>
          <pc:docMk/>
          <pc:sldMk cId="2897674940" sldId="317"/>
        </pc:sldMkLst>
      </pc:sldChg>
      <pc:sldChg chg="modSp add">
        <pc:chgData name="Jonas Pontes" userId="ec89d77feac789b5" providerId="LiveId" clId="{E4F2E8CE-43A6-8745-BAEF-F16DFC4C7997}" dt="2020-06-11T17:14:36.345" v="3334" actId="1076"/>
        <pc:sldMkLst>
          <pc:docMk/>
          <pc:sldMk cId="1934438830" sldId="318"/>
        </pc:sldMkLst>
      </pc:sldChg>
      <pc:sldChg chg="modSp add">
        <pc:chgData name="Jonas Pontes" userId="ec89d77feac789b5" providerId="LiveId" clId="{E4F2E8CE-43A6-8745-BAEF-F16DFC4C7997}" dt="2020-06-11T17:14:32.272" v="3332" actId="1076"/>
        <pc:sldMkLst>
          <pc:docMk/>
          <pc:sldMk cId="3798436210" sldId="319"/>
        </pc:sldMkLst>
      </pc:sldChg>
      <pc:sldChg chg="modSp add">
        <pc:chgData name="Jonas Pontes" userId="ec89d77feac789b5" providerId="LiveId" clId="{E4F2E8CE-43A6-8745-BAEF-F16DFC4C7997}" dt="2020-06-11T17:14:28.124" v="3330" actId="1076"/>
        <pc:sldMkLst>
          <pc:docMk/>
          <pc:sldMk cId="66064169" sldId="320"/>
        </pc:sldMkLst>
      </pc:sldChg>
      <pc:sldChg chg="addSp delSp modSp add">
        <pc:chgData name="Jonas Pontes" userId="ec89d77feac789b5" providerId="LiveId" clId="{E4F2E8CE-43A6-8745-BAEF-F16DFC4C7997}" dt="2020-06-11T22:03:24.288" v="4697" actId="478"/>
        <pc:sldMkLst>
          <pc:docMk/>
          <pc:sldMk cId="2689990121" sldId="321"/>
        </pc:sldMkLst>
      </pc:sldChg>
      <pc:sldChg chg="modSp add">
        <pc:chgData name="Jonas Pontes" userId="ec89d77feac789b5" providerId="LiveId" clId="{E4F2E8CE-43A6-8745-BAEF-F16DFC4C7997}" dt="2020-06-11T17:14:18.657" v="3326" actId="1076"/>
        <pc:sldMkLst>
          <pc:docMk/>
          <pc:sldMk cId="4137462593" sldId="322"/>
        </pc:sldMkLst>
      </pc:sldChg>
      <pc:sldChg chg="modSp add">
        <pc:chgData name="Jonas Pontes" userId="ec89d77feac789b5" providerId="LiveId" clId="{E4F2E8CE-43A6-8745-BAEF-F16DFC4C7997}" dt="2020-06-11T17:14:12.234" v="3324" actId="1076"/>
        <pc:sldMkLst>
          <pc:docMk/>
          <pc:sldMk cId="52569774" sldId="323"/>
        </pc:sldMkLst>
      </pc:sldChg>
      <pc:sldChg chg="modSp add">
        <pc:chgData name="Jonas Pontes" userId="ec89d77feac789b5" providerId="LiveId" clId="{E4F2E8CE-43A6-8745-BAEF-F16DFC4C7997}" dt="2020-06-11T17:14:03.993" v="3322" actId="20577"/>
        <pc:sldMkLst>
          <pc:docMk/>
          <pc:sldMk cId="1211474992" sldId="324"/>
        </pc:sldMkLst>
      </pc:sldChg>
      <pc:sldChg chg="modSp add">
        <pc:chgData name="Jonas Pontes" userId="ec89d77feac789b5" providerId="LiveId" clId="{E4F2E8CE-43A6-8745-BAEF-F16DFC4C7997}" dt="2020-06-11T18:05:08.043" v="3484" actId="20577"/>
        <pc:sldMkLst>
          <pc:docMk/>
          <pc:sldMk cId="1433410429" sldId="325"/>
        </pc:sldMkLst>
      </pc:sldChg>
      <pc:sldChg chg="modSp add del">
        <pc:chgData name="Jonas Pontes" userId="ec89d77feac789b5" providerId="LiveId" clId="{E4F2E8CE-43A6-8745-BAEF-F16DFC4C7997}" dt="2020-06-11T18:21:34.055" v="3599" actId="2696"/>
        <pc:sldMkLst>
          <pc:docMk/>
          <pc:sldMk cId="3903136893" sldId="326"/>
        </pc:sldMkLst>
      </pc:sldChg>
      <pc:sldChg chg="addSp delSp modSp add ord delAnim">
        <pc:chgData name="Jonas Pontes" userId="ec89d77feac789b5" providerId="LiveId" clId="{E4F2E8CE-43A6-8745-BAEF-F16DFC4C7997}" dt="2020-06-11T18:21:41.102" v="3600" actId="20577"/>
        <pc:sldMkLst>
          <pc:docMk/>
          <pc:sldMk cId="2213983710" sldId="327"/>
        </pc:sldMkLst>
      </pc:sldChg>
      <pc:sldChg chg="addSp delSp modSp add modAnim">
        <pc:chgData name="Jonas Pontes" userId="ec89d77feac789b5" providerId="LiveId" clId="{E4F2E8CE-43A6-8745-BAEF-F16DFC4C7997}" dt="2020-06-11T18:43:43.776" v="3721" actId="1037"/>
        <pc:sldMkLst>
          <pc:docMk/>
          <pc:sldMk cId="1919851852" sldId="328"/>
        </pc:sldMkLst>
      </pc:sldChg>
      <pc:sldChg chg="modSp add del">
        <pc:chgData name="Jonas Pontes" userId="ec89d77feac789b5" providerId="LiveId" clId="{E4F2E8CE-43A6-8745-BAEF-F16DFC4C7997}" dt="2020-06-11T18:41:32.082" v="3711" actId="2696"/>
        <pc:sldMkLst>
          <pc:docMk/>
          <pc:sldMk cId="1224783629" sldId="329"/>
        </pc:sldMkLst>
      </pc:sldChg>
      <pc:sldChg chg="delSp modSp add del delAnim">
        <pc:chgData name="Jonas Pontes" userId="ec89d77feac789b5" providerId="LiveId" clId="{E4F2E8CE-43A6-8745-BAEF-F16DFC4C7997}" dt="2020-06-11T18:37:46.579" v="3658" actId="2696"/>
        <pc:sldMkLst>
          <pc:docMk/>
          <pc:sldMk cId="3408362494" sldId="329"/>
        </pc:sldMkLst>
      </pc:sldChg>
      <pc:sldChg chg="delSp modSp add delAnim">
        <pc:chgData name="Jonas Pontes" userId="ec89d77feac789b5" providerId="LiveId" clId="{E4F2E8CE-43A6-8745-BAEF-F16DFC4C7997}" dt="2020-06-11T22:27:33.702" v="4701" actId="1076"/>
        <pc:sldMkLst>
          <pc:docMk/>
          <pc:sldMk cId="4244144506" sldId="329"/>
        </pc:sldMkLst>
      </pc:sldChg>
      <pc:sldChg chg="modSp add del">
        <pc:chgData name="Jonas Pontes" userId="ec89d77feac789b5" providerId="LiveId" clId="{E4F2E8CE-43A6-8745-BAEF-F16DFC4C7997}" dt="2020-06-11T18:45:07.977" v="3758" actId="2696"/>
        <pc:sldMkLst>
          <pc:docMk/>
          <pc:sldMk cId="1052900337" sldId="330"/>
        </pc:sldMkLst>
      </pc:sldChg>
      <pc:sldChg chg="modSp add ord">
        <pc:chgData name="Jonas Pontes" userId="ec89d77feac789b5" providerId="LiveId" clId="{E4F2E8CE-43A6-8745-BAEF-F16DFC4C7997}" dt="2020-06-11T18:46:54.759" v="3818" actId="1076"/>
        <pc:sldMkLst>
          <pc:docMk/>
          <pc:sldMk cId="1790964708" sldId="330"/>
        </pc:sldMkLst>
      </pc:sldChg>
      <pc:sldChg chg="modSp add">
        <pc:chgData name="Jonas Pontes" userId="ec89d77feac789b5" providerId="LiveId" clId="{E4F2E8CE-43A6-8745-BAEF-F16DFC4C7997}" dt="2020-06-11T22:29:23.879" v="4706" actId="1076"/>
        <pc:sldMkLst>
          <pc:docMk/>
          <pc:sldMk cId="830218445" sldId="331"/>
        </pc:sldMkLst>
      </pc:sldChg>
      <pc:sldChg chg="delSp modSp add delAnim">
        <pc:chgData name="Jonas Pontes" userId="ec89d77feac789b5" providerId="LiveId" clId="{E4F2E8CE-43A6-8745-BAEF-F16DFC4C7997}" dt="2020-06-11T22:30:14.454" v="4713" actId="1076"/>
        <pc:sldMkLst>
          <pc:docMk/>
          <pc:sldMk cId="2562271468" sldId="332"/>
        </pc:sldMkLst>
      </pc:sldChg>
      <pc:sldChg chg="modSp add">
        <pc:chgData name="Jonas Pontes" userId="ec89d77feac789b5" providerId="LiveId" clId="{E4F2E8CE-43A6-8745-BAEF-F16DFC4C7997}" dt="2020-06-11T22:30:08.830" v="4712" actId="1076"/>
        <pc:sldMkLst>
          <pc:docMk/>
          <pc:sldMk cId="171074033" sldId="333"/>
        </pc:sldMkLst>
      </pc:sldChg>
      <pc:sldChg chg="modSp add">
        <pc:chgData name="Jonas Pontes" userId="ec89d77feac789b5" providerId="LiveId" clId="{E4F2E8CE-43A6-8745-BAEF-F16DFC4C7997}" dt="2020-06-11T18:52:46.191" v="3992" actId="1036"/>
        <pc:sldMkLst>
          <pc:docMk/>
          <pc:sldMk cId="1849105105" sldId="334"/>
        </pc:sldMkLst>
      </pc:sldChg>
      <pc:sldChg chg="modSp add">
        <pc:chgData name="Jonas Pontes" userId="ec89d77feac789b5" providerId="LiveId" clId="{E4F2E8CE-43A6-8745-BAEF-F16DFC4C7997}" dt="2020-06-11T18:53:46.350" v="4050" actId="1036"/>
        <pc:sldMkLst>
          <pc:docMk/>
          <pc:sldMk cId="1633846065" sldId="335"/>
        </pc:sldMkLst>
      </pc:sldChg>
      <pc:sldChg chg="delSp modSp add delAnim">
        <pc:chgData name="Jonas Pontes" userId="ec89d77feac789b5" providerId="LiveId" clId="{E4F2E8CE-43A6-8745-BAEF-F16DFC4C7997}" dt="2020-06-11T18:54:42.243" v="4076" actId="1076"/>
        <pc:sldMkLst>
          <pc:docMk/>
          <pc:sldMk cId="1419737777" sldId="336"/>
        </pc:sldMkLst>
      </pc:sldChg>
      <pc:sldChg chg="modSp add">
        <pc:chgData name="Jonas Pontes" userId="ec89d77feac789b5" providerId="LiveId" clId="{E4F2E8CE-43A6-8745-BAEF-F16DFC4C7997}" dt="2020-06-11T18:58:47.106" v="4210" actId="1076"/>
        <pc:sldMkLst>
          <pc:docMk/>
          <pc:sldMk cId="137796722" sldId="337"/>
        </pc:sldMkLst>
      </pc:sldChg>
      <pc:sldChg chg="modSp add">
        <pc:chgData name="Jonas Pontes" userId="ec89d77feac789b5" providerId="LiveId" clId="{E4F2E8CE-43A6-8745-BAEF-F16DFC4C7997}" dt="2020-06-11T18:58:32.172" v="4209" actId="1076"/>
        <pc:sldMkLst>
          <pc:docMk/>
          <pc:sldMk cId="1424339026" sldId="338"/>
        </pc:sldMkLst>
      </pc:sldChg>
      <pc:sldChg chg="modSp add">
        <pc:chgData name="Jonas Pontes" userId="ec89d77feac789b5" providerId="LiveId" clId="{E4F2E8CE-43A6-8745-BAEF-F16DFC4C7997}" dt="2020-06-11T18:59:11.998" v="4211" actId="1076"/>
        <pc:sldMkLst>
          <pc:docMk/>
          <pc:sldMk cId="3200166178" sldId="339"/>
        </pc:sldMkLst>
      </pc:sldChg>
      <pc:sldChg chg="modSp add">
        <pc:chgData name="Jonas Pontes" userId="ec89d77feac789b5" providerId="LiveId" clId="{E4F2E8CE-43A6-8745-BAEF-F16DFC4C7997}" dt="2020-06-11T19:01:07.009" v="4284" actId="1036"/>
        <pc:sldMkLst>
          <pc:docMk/>
          <pc:sldMk cId="4000152902" sldId="340"/>
        </pc:sldMkLst>
      </pc:sldChg>
      <pc:sldChg chg="modSp add">
        <pc:chgData name="Jonas Pontes" userId="ec89d77feac789b5" providerId="LiveId" clId="{E4F2E8CE-43A6-8745-BAEF-F16DFC4C7997}" dt="2020-06-11T19:01:50.411" v="4309" actId="1076"/>
        <pc:sldMkLst>
          <pc:docMk/>
          <pc:sldMk cId="3974183936" sldId="341"/>
        </pc:sldMkLst>
      </pc:sldChg>
      <pc:sldChg chg="modSp add">
        <pc:chgData name="Jonas Pontes" userId="ec89d77feac789b5" providerId="LiveId" clId="{E4F2E8CE-43A6-8745-BAEF-F16DFC4C7997}" dt="2020-06-11T19:02:42.950" v="4338" actId="1037"/>
        <pc:sldMkLst>
          <pc:docMk/>
          <pc:sldMk cId="87238795" sldId="342"/>
        </pc:sldMkLst>
      </pc:sldChg>
      <pc:sldChg chg="modSp add">
        <pc:chgData name="Jonas Pontes" userId="ec89d77feac789b5" providerId="LiveId" clId="{E4F2E8CE-43A6-8745-BAEF-F16DFC4C7997}" dt="2020-06-11T19:03:27.231" v="4367" actId="20577"/>
        <pc:sldMkLst>
          <pc:docMk/>
          <pc:sldMk cId="4261615520" sldId="343"/>
        </pc:sldMkLst>
      </pc:sldChg>
      <pc:sldChg chg="modSp add">
        <pc:chgData name="Jonas Pontes" userId="ec89d77feac789b5" providerId="LiveId" clId="{E4F2E8CE-43A6-8745-BAEF-F16DFC4C7997}" dt="2020-06-11T19:04:06.303" v="4392" actId="1076"/>
        <pc:sldMkLst>
          <pc:docMk/>
          <pc:sldMk cId="220590195" sldId="344"/>
        </pc:sldMkLst>
      </pc:sldChg>
      <pc:sldChg chg="delSp modSp add delAnim">
        <pc:chgData name="Jonas Pontes" userId="ec89d77feac789b5" providerId="LiveId" clId="{E4F2E8CE-43A6-8745-BAEF-F16DFC4C7997}" dt="2020-06-11T19:04:49.674" v="4419" actId="1076"/>
        <pc:sldMkLst>
          <pc:docMk/>
          <pc:sldMk cId="2898127784" sldId="345"/>
        </pc:sldMkLst>
      </pc:sldChg>
      <pc:sldChg chg="modSp add">
        <pc:chgData name="Jonas Pontes" userId="ec89d77feac789b5" providerId="LiveId" clId="{E4F2E8CE-43A6-8745-BAEF-F16DFC4C7997}" dt="2020-06-11T19:06:54.823" v="4533" actId="20577"/>
        <pc:sldMkLst>
          <pc:docMk/>
          <pc:sldMk cId="1225731970" sldId="346"/>
        </pc:sldMkLst>
      </pc:sldChg>
      <pc:sldChg chg="modSp add">
        <pc:chgData name="Jonas Pontes" userId="ec89d77feac789b5" providerId="LiveId" clId="{E4F2E8CE-43A6-8745-BAEF-F16DFC4C7997}" dt="2020-06-12T02:14:03.163" v="4716" actId="20577"/>
        <pc:sldMkLst>
          <pc:docMk/>
          <pc:sldMk cId="494308327" sldId="347"/>
        </pc:sldMkLst>
      </pc:sldChg>
      <pc:sldChg chg="addSp delSp modSp add addAnim delAnim">
        <pc:chgData name="Jonas Pontes" userId="ec89d77feac789b5" providerId="LiveId" clId="{E4F2E8CE-43A6-8745-BAEF-F16DFC4C7997}" dt="2020-06-11T19:08:56.557" v="4634" actId="207"/>
        <pc:sldMkLst>
          <pc:docMk/>
          <pc:sldMk cId="6789831" sldId="348"/>
        </pc:sldMkLst>
      </pc:sldChg>
      <pc:sldChg chg="delSp modSp add">
        <pc:chgData name="Jonas Pontes" userId="ec89d77feac789b5" providerId="LiveId" clId="{E4F2E8CE-43A6-8745-BAEF-F16DFC4C7997}" dt="2020-06-11T19:09:37.102" v="4650" actId="242"/>
        <pc:sldMkLst>
          <pc:docMk/>
          <pc:sldMk cId="2501056351" sldId="349"/>
        </pc:sldMkLst>
      </pc:sldChg>
      <pc:sldChg chg="delSp modSp add delAnim">
        <pc:chgData name="Jonas Pontes" userId="ec89d77feac789b5" providerId="LiveId" clId="{E4F2E8CE-43A6-8745-BAEF-F16DFC4C7997}" dt="2020-06-11T19:10:11.556" v="4671" actId="242"/>
        <pc:sldMkLst>
          <pc:docMk/>
          <pc:sldMk cId="3149715494" sldId="35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8287E-78DA-3F49-ADEA-861752D76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132002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9843D8-CC62-914E-84B7-859ABC3C1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50" y="388221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B7758D-DC96-45E3-12B3-9F2D0E375A1D}"/>
              </a:ext>
            </a:extLst>
          </p:cNvPr>
          <p:cNvSpPr txBox="1"/>
          <p:nvPr userDrawn="1"/>
        </p:nvSpPr>
        <p:spPr>
          <a:xfrm>
            <a:off x="-11430" y="6519446"/>
            <a:ext cx="12203430" cy="33855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Estrutura de Dados — Ordenação e Busca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6E4BEF9-E15A-949A-D16D-4916C0345A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29" y="0"/>
            <a:ext cx="6180072" cy="114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353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64B92-F476-E547-91A8-CB13F29E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773"/>
            <a:ext cx="10515600" cy="74417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BB9E9D-DA88-6E4A-91EE-2CB4DDFA5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587"/>
            <a:ext cx="10515600" cy="422579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4044278-8B78-A981-CD9B-308C79E984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29" y="0"/>
            <a:ext cx="4320000" cy="80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9F8118D-523D-108A-7DEC-54B84763A298}"/>
              </a:ext>
            </a:extLst>
          </p:cNvPr>
          <p:cNvSpPr txBox="1"/>
          <p:nvPr userDrawn="1"/>
        </p:nvSpPr>
        <p:spPr>
          <a:xfrm>
            <a:off x="-11430" y="6519446"/>
            <a:ext cx="12203430" cy="33855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Estrutura de Dados — Ordenação e Busca</a:t>
            </a:r>
          </a:p>
        </p:txBody>
      </p:sp>
    </p:spTree>
    <p:extLst>
      <p:ext uri="{BB962C8B-B14F-4D97-AF65-F5344CB8AC3E}">
        <p14:creationId xmlns:p14="http://schemas.microsoft.com/office/powerpoint/2010/main" val="324654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63132-4B38-1647-B03A-8A9FAAA2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6DD152-7E09-704C-B159-D2169402E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5CF2D6-AB93-5046-88E5-2C8A0C0E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75CC69-B598-AC48-A656-23D69253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7C8871-032D-484C-A3BB-55BCEB51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770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E93BE-5EB5-444A-AFD5-8A4AC7A4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7371"/>
            <a:ext cx="10515600" cy="743317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A416FD-919C-AB4A-87FB-8AA89E727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92EA56-59D8-B543-BE04-490B024AB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D97A70-C0AF-284D-A3FF-F0D84F8BA3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5255" y="23150"/>
            <a:ext cx="922020" cy="92202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E54F4BB-3BDB-2C43-E7D0-6A60654FAA15}"/>
              </a:ext>
            </a:extLst>
          </p:cNvPr>
          <p:cNvSpPr txBox="1"/>
          <p:nvPr userDrawn="1"/>
        </p:nvSpPr>
        <p:spPr>
          <a:xfrm>
            <a:off x="-11430" y="6519446"/>
            <a:ext cx="12203430" cy="338554"/>
          </a:xfrm>
          <a:prstGeom prst="rect">
            <a:avLst/>
          </a:prstGeom>
          <a:solidFill>
            <a:srgbClr val="00206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Estrutura de Dados — Ordenação e Busca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DEED0AC-C11C-EB4F-AEAE-9D2283F9E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29" y="0"/>
            <a:ext cx="4320000" cy="80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579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4A263-6054-AD4D-97E0-2BB40F3ED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6344C6-E3AC-BF40-960C-C8B319AF5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489BCA-C908-0345-9959-0860AF137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F43913-E163-E046-8242-5D367D1AA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29A6B7-4764-AF4D-A11A-6FE751681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C15E703-FD0D-8B4C-8DA6-90EECC27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E34ADD-594C-9047-867C-7D24579B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6E2A4F-87D9-244A-990B-EDEF28B5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33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84749-D2EF-3B41-9610-5A782CE5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9FE46F-8184-1C42-895E-11BD5599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06624F-1F25-4B42-8958-FFAE8259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DF0919-28C9-5447-9A52-0C99EEDF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012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B80CFFE-7AA7-DA44-97AD-9A5363F0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41C908-9AD9-CD43-98CE-1821B9A9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69E5E4-5EB7-304B-8DAE-9DB132B0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80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2139F-8F01-3844-B0D3-FC0EAB87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C1DB9E-A95B-9C44-A31E-67FAAB0C9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45C188-8891-CB46-A2B6-E49BF2A4D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619D1B-0BFB-EC4E-95FB-C7AE9F6C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6155B1-73E7-D140-8082-035E985C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A28F8D-0D11-CB42-AB21-45A2FFBC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963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0B687-45A9-5249-AB76-9866E074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E59D21-DEE2-5341-B0F8-74C197648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98ACAD-2FE1-4243-97C1-1856C399B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AA94BA-DB76-A74F-976A-C4116144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390132-F291-4444-9402-891E4F77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BC21AD-B196-844A-946D-CEDA0C3D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887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9116-7902-5443-92B1-5327C5B6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AD7798-D79C-D047-980A-03BBDC516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06F587-005E-AF47-BE29-DD5B7A22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B8C91E-CC6A-3347-B5E5-874E154DF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FE6705-7786-3E4D-8389-522224CA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978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BD010F-9D5F-E243-BE2F-55E6254D8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94954D-AACA-5846-9A70-2EC7A089D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435003-EF11-754D-8F87-D1EFE2B97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29EFA6-A4A5-9F40-9026-B793739C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16E321-5E64-F04F-8D8C-95D76BD9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AC7E4B-8658-5640-932A-483D54A6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404B80-A309-A746-90F2-64E172DFC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7CE399-8E54-5549-8B21-71AC41502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12A76-1C31-4B48-9F40-99CFBD2CFF3C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19A2D0-87CD-9047-98F1-D283B160F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F4911A-8E9C-8747-B50E-72DE79218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677E1-8CA5-1C45-B7A8-A011F3ACB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43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7C77D-949E-9345-A121-AFD72BC4A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896" y="1320020"/>
            <a:ext cx="9826752" cy="2387600"/>
          </a:xfrm>
        </p:spPr>
        <p:txBody>
          <a:bodyPr/>
          <a:lstStyle/>
          <a:p>
            <a:r>
              <a:rPr lang="pt-BR" b="1" dirty="0"/>
              <a:t>Ordenação e Busca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D73E27-34F9-D94D-A74F-C78C7FDB46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000" dirty="0"/>
              <a:t>Prof. Me. Jonas Pontes</a:t>
            </a:r>
          </a:p>
        </p:txBody>
      </p:sp>
    </p:spTree>
    <p:extLst>
      <p:ext uri="{BB962C8B-B14F-4D97-AF65-F5344CB8AC3E}">
        <p14:creationId xmlns:p14="http://schemas.microsoft.com/office/powerpoint/2010/main" val="250807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/>
              <a:t>Introdução à ordenação e busca 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A </a:t>
            </a:r>
            <a:r>
              <a:rPr lang="pt-BR" sz="3200" b="1" dirty="0"/>
              <a:t>ordenação</a:t>
            </a:r>
            <a:r>
              <a:rPr lang="pt-BR" sz="3200" i="1" dirty="0"/>
              <a:t> </a:t>
            </a:r>
            <a:r>
              <a:rPr lang="pt-BR" sz="3200" dirty="0"/>
              <a:t>é um recurso que consiste em rearranjar um conjunto de elementos, de acordo com uma determinada ordem, que pode ser crescente ou decrescente, com o objetivo de facilitar a busca de um elemento.</a:t>
            </a:r>
          </a:p>
        </p:txBody>
      </p:sp>
    </p:spTree>
    <p:extLst>
      <p:ext uri="{BB962C8B-B14F-4D97-AF65-F5344CB8AC3E}">
        <p14:creationId xmlns:p14="http://schemas.microsoft.com/office/powerpoint/2010/main" val="160473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/>
              <a:t>Introdução à ordenação e busca 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Ação que pode ser feita em diferentes tipos de arranjos. 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pt-BR" sz="2800" dirty="0"/>
              <a:t>Vetores, matrizes, listas...</a:t>
            </a:r>
          </a:p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De diferentes tipos de dados</a:t>
            </a:r>
          </a:p>
          <a:p>
            <a:pPr marL="800100" lvl="1" indent="-342900" algn="just">
              <a:lnSpc>
                <a:spcPct val="150000"/>
              </a:lnSpc>
            </a:pPr>
            <a:r>
              <a:rPr lang="pt-BR" sz="2800" dirty="0"/>
              <a:t>Inteiro, real, caractere...</a:t>
            </a:r>
          </a:p>
        </p:txBody>
      </p:sp>
    </p:spTree>
    <p:extLst>
      <p:ext uri="{BB962C8B-B14F-4D97-AF65-F5344CB8AC3E}">
        <p14:creationId xmlns:p14="http://schemas.microsoft.com/office/powerpoint/2010/main" val="247400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/>
              <a:t>Introdução à ordenação e busca 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 algn="just"/>
            <a:r>
              <a:rPr lang="pt-BR" sz="3200" dirty="0"/>
              <a:t>O princípio da ordenação é aplicado para a melhoria da busca de dados mesmo antes do advento da computação. </a:t>
            </a:r>
          </a:p>
          <a:p>
            <a:pPr marL="342900" indent="-342900" algn="just"/>
            <a:r>
              <a:rPr lang="pt-BR" sz="3200" dirty="0"/>
              <a:t>São exemplos deste princípio: as agendas telefônicas, os índices de livros, a organização dos prontuários médicos, entre outros. </a:t>
            </a:r>
          </a:p>
          <a:p>
            <a:pPr marL="342900" indent="-342900" algn="just"/>
            <a:r>
              <a:rPr lang="pt-BR" sz="3200" dirty="0"/>
              <a:t>Existem diversos métodos que se destinam à realização da ordenação, desde os básicos, como </a:t>
            </a:r>
            <a:r>
              <a:rPr lang="pt-BR" sz="3200" dirty="0" err="1"/>
              <a:t>bubblesort</a:t>
            </a:r>
            <a:r>
              <a:rPr lang="pt-BR" sz="3200" dirty="0"/>
              <a:t>, </a:t>
            </a:r>
            <a:r>
              <a:rPr lang="pt-BR" sz="3200" dirty="0" err="1"/>
              <a:t>insertion</a:t>
            </a:r>
            <a:r>
              <a:rPr lang="pt-BR" sz="3200" dirty="0"/>
              <a:t> </a:t>
            </a:r>
            <a:r>
              <a:rPr lang="pt-BR" sz="3200" dirty="0" err="1"/>
              <a:t>sort</a:t>
            </a:r>
            <a:r>
              <a:rPr lang="pt-BR" sz="3200" dirty="0"/>
              <a:t> e </a:t>
            </a:r>
            <a:r>
              <a:rPr lang="pt-BR" sz="3200" dirty="0" err="1"/>
              <a:t>selection</a:t>
            </a:r>
            <a:r>
              <a:rPr lang="pt-BR" sz="3200" dirty="0"/>
              <a:t> </a:t>
            </a:r>
            <a:r>
              <a:rPr lang="pt-BR" sz="3200" dirty="0" err="1"/>
              <a:t>sort</a:t>
            </a:r>
            <a:r>
              <a:rPr lang="pt-BR" sz="3200" dirty="0"/>
              <a:t>, até os mais refinados, tais como merge </a:t>
            </a:r>
            <a:r>
              <a:rPr lang="pt-BR" sz="3200" dirty="0" err="1"/>
              <a:t>sort</a:t>
            </a:r>
            <a:r>
              <a:rPr lang="pt-BR" sz="3200" dirty="0"/>
              <a:t>, </a:t>
            </a:r>
            <a:r>
              <a:rPr lang="pt-BR" sz="3200" dirty="0" err="1"/>
              <a:t>quicksort</a:t>
            </a:r>
            <a:r>
              <a:rPr lang="pt-BR" sz="3200" dirty="0"/>
              <a:t> e </a:t>
            </a:r>
            <a:r>
              <a:rPr lang="pt-BR" sz="3200" dirty="0" err="1"/>
              <a:t>heap</a:t>
            </a:r>
            <a:r>
              <a:rPr lang="pt-BR" sz="3200" dirty="0"/>
              <a:t> </a:t>
            </a:r>
            <a:r>
              <a:rPr lang="pt-BR" sz="3200" dirty="0" err="1"/>
              <a:t>sort</a:t>
            </a:r>
            <a:r>
              <a:rPr lang="pt-BR" sz="3200" dirty="0"/>
              <a:t>.</a:t>
            </a:r>
          </a:p>
          <a:p>
            <a:pPr marL="342900" indent="-342900" algn="just"/>
            <a:r>
              <a:rPr lang="pt-BR" sz="3200" dirty="0"/>
              <a:t>Vamos nos ater aos métodos básicos.</a:t>
            </a:r>
          </a:p>
        </p:txBody>
      </p:sp>
    </p:spTree>
    <p:extLst>
      <p:ext uri="{BB962C8B-B14F-4D97-AF65-F5344CB8AC3E}">
        <p14:creationId xmlns:p14="http://schemas.microsoft.com/office/powerpoint/2010/main" val="197102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Traduzido como método</a:t>
            </a:r>
            <a:r>
              <a:rPr lang="pt-BR" sz="3200" b="1" dirty="0"/>
              <a:t> Bolha</a:t>
            </a:r>
            <a:r>
              <a:rPr lang="pt-BR" sz="3200" dirty="0"/>
              <a:t>, realiza a ordenação comparando os elementos, dois a dois, e trocando-os de posição, de acordo com o critério estabelecido de ordem crescente ou decrescente. </a:t>
            </a:r>
          </a:p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Seu nome se deve à ideia de que os elementos vão “subindo” para as posições corretas, como bolhas.</a:t>
            </a:r>
          </a:p>
          <a:p>
            <a:pPr marL="342900" indent="-342900" algn="just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73833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11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52785" y="2147008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34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161858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438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147008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537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1967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135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301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primeira interação, tem-se a garantia que o maior elemento encontrar-se-á na última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87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147008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607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31979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403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696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147008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17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158176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316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0" indent="0" algn="just">
              <a:buNone/>
            </a:pPr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segunda interação, tem-se a garantia que o segundo maior elemento encontrar-se-á na penúltima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943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5216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078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163941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955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148624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846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15854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8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0" indent="0" algn="just">
              <a:buNone/>
            </a:pPr>
            <a:endParaRPr lang="pt-BR" sz="3200" dirty="0"/>
          </a:p>
          <a:p>
            <a:pPr marL="342900" indent="-342900" algn="just"/>
            <a:r>
              <a:rPr lang="pt-BR" sz="3200" dirty="0"/>
              <a:t>Após a terceira interação, tem-se a garantia que o terceiro maior elemento encontrar-se-á na antepenúltima posição.</a:t>
            </a:r>
          </a:p>
          <a:p>
            <a:pPr marL="342900" indent="-342900" algn="just"/>
            <a:endParaRPr lang="pt-BR" sz="3200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362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61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35852" y="2151036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873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283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quarta interação, tem-se a garantia que o quarto maior elemento encontrar-se-á na ante antepenúltima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327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7796" y="2160888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91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147008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74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quinta interação, tem-se a garantia que o quinto maior elemento encontrar-se-á na ante ante antepenúltima posição.</a:t>
            </a:r>
          </a:p>
          <a:p>
            <a:pPr marL="342900" indent="-342900" algn="just"/>
            <a:endParaRPr lang="pt-BR" sz="3200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50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96298" y="3559275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&gt;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102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sexta interação, tem-se a garantia que o sexto maior elemento encontrar-se-á na ante ante ante antepenúltima posição.</a:t>
            </a:r>
          </a:p>
          <a:p>
            <a:pPr marL="342900" indent="-342900" algn="just"/>
            <a:endParaRPr lang="pt-BR" sz="3200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195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Como era a última interação, tem-se a garantia que o menor elemento encontrar-se-á na primeira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149347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61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Bubblesort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just"/>
            <a:r>
              <a:rPr lang="pt-BR" sz="3200" dirty="0"/>
              <a:t>E AÍ, VAMOS CODAR?</a:t>
            </a:r>
          </a:p>
        </p:txBody>
      </p:sp>
    </p:spTree>
    <p:extLst>
      <p:ext uri="{BB962C8B-B14F-4D97-AF65-F5344CB8AC3E}">
        <p14:creationId xmlns:p14="http://schemas.microsoft.com/office/powerpoint/2010/main" val="2088368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O método de </a:t>
            </a:r>
            <a:r>
              <a:rPr lang="pt-BR" sz="3200" b="1" dirty="0"/>
              <a:t>ordenação por seleção </a:t>
            </a:r>
            <a:r>
              <a:rPr lang="pt-BR" sz="3200" dirty="0"/>
              <a:t>consiste em selecionar, a cada interação, o menor valor e coloca-lo em sua posição definitiva.</a:t>
            </a:r>
          </a:p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Tem implementação muito simples.</a:t>
            </a:r>
          </a:p>
          <a:p>
            <a:pPr marL="342900" indent="-342900" algn="just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31584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03501" y="4310476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734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870504" y="3354820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946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03501" y="4310476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6203" y="2361891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870504" y="3354820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32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03501" y="4310476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7435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870504" y="3354820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87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03501" y="4310476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58092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870504" y="3354820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19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03501" y="4310476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358092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870504" y="3354820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90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703501" y="4310476"/>
            <a:ext cx="2540607" cy="504874"/>
            <a:chOff x="2796298" y="3559275"/>
            <a:chExt cx="254060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796298" y="3559275"/>
              <a:ext cx="2052743" cy="504874"/>
              <a:chOff x="2796298" y="3559275"/>
              <a:chExt cx="2052743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796298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24646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4971700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7344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870504" y="3354820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76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870504" y="3354820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11B03F0-A044-9642-9742-47DE1D089E7D}"/>
              </a:ext>
            </a:extLst>
          </p:cNvPr>
          <p:cNvGrpSpPr/>
          <p:nvPr/>
        </p:nvGrpSpPr>
        <p:grpSpPr>
          <a:xfrm>
            <a:off x="2551104" y="4299174"/>
            <a:ext cx="7022060" cy="516176"/>
            <a:chOff x="2551104" y="4299174"/>
            <a:chExt cx="7022060" cy="516176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E938F4C-FC77-5E42-AF1E-FEDD018325FD}"/>
                </a:ext>
              </a:extLst>
            </p:cNvPr>
            <p:cNvGrpSpPr/>
            <p:nvPr/>
          </p:nvGrpSpPr>
          <p:grpSpPr>
            <a:xfrm>
              <a:off x="2551104" y="4310476"/>
              <a:ext cx="2811537" cy="504874"/>
              <a:chOff x="2643901" y="3559275"/>
              <a:chExt cx="2811537" cy="504874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2BE6E430-351A-6C4D-8E72-6A8295497F46}"/>
                  </a:ext>
                </a:extLst>
              </p:cNvPr>
              <p:cNvGrpSpPr/>
              <p:nvPr/>
            </p:nvGrpSpPr>
            <p:grpSpPr>
              <a:xfrm>
                <a:off x="2643901" y="3559275"/>
                <a:ext cx="2239004" cy="504874"/>
                <a:chOff x="2643901" y="3559275"/>
                <a:chExt cx="2239004" cy="504874"/>
              </a:xfrm>
            </p:grpSpPr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176DCBAB-C2D8-9641-9B41-EE8DFE1CDA5B}"/>
                    </a:ext>
                  </a:extLst>
                </p:cNvPr>
                <p:cNvSpPr/>
                <p:nvPr/>
              </p:nvSpPr>
              <p:spPr>
                <a:xfrm>
                  <a:off x="2643901" y="356538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3DF8B336-7500-E249-9F29-D10C13CEEB27}"/>
                    </a:ext>
                  </a:extLst>
                </p:cNvPr>
                <p:cNvSpPr/>
                <p:nvPr/>
              </p:nvSpPr>
              <p:spPr>
                <a:xfrm>
                  <a:off x="4158510" y="355927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18ABA6BF-9D7C-E14E-99C3-72C073BC2115}"/>
                    </a:ext>
                  </a:extLst>
                </p:cNvPr>
                <p:cNvSpPr txBox="1"/>
                <p:nvPr/>
              </p:nvSpPr>
              <p:spPr>
                <a:xfrm>
                  <a:off x="3632358" y="3588366"/>
                  <a:ext cx="5897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2400" dirty="0"/>
                    <a:t>!=</a:t>
                  </a:r>
                </a:p>
              </p:txBody>
            </p:sp>
          </p:grp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88B2591-B8CF-B344-A799-0B34CD4CF24B}"/>
                  </a:ext>
                </a:extLst>
              </p:cNvPr>
              <p:cNvSpPr txBox="1"/>
              <p:nvPr/>
            </p:nvSpPr>
            <p:spPr>
              <a:xfrm>
                <a:off x="5090233" y="3577824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?</a:t>
                </a:r>
              </a:p>
            </p:txBody>
          </p:sp>
        </p:grp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B3C2043-33B3-CC42-9DD2-7FCEB3FCC691}"/>
                </a:ext>
              </a:extLst>
            </p:cNvPr>
            <p:cNvSpPr txBox="1"/>
            <p:nvPr/>
          </p:nvSpPr>
          <p:spPr>
            <a:xfrm>
              <a:off x="6337550" y="4299174"/>
              <a:ext cx="3235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-&gt; refere-se aos índices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75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primeira interação, tem-se a garantia que o menor elemento encontrar-se-á na primeira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39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3633514" y="328932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972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3633514" y="328932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697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3633514" y="328932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046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77214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3633514" y="328932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80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365646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3633514" y="328932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017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0463" y="2366933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3596607" y="328932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11B03F0-A044-9642-9742-47DE1D089E7D}"/>
              </a:ext>
            </a:extLst>
          </p:cNvPr>
          <p:cNvGrpSpPr/>
          <p:nvPr/>
        </p:nvGrpSpPr>
        <p:grpSpPr>
          <a:xfrm>
            <a:off x="2551104" y="4299174"/>
            <a:ext cx="7022060" cy="516176"/>
            <a:chOff x="2551104" y="4299174"/>
            <a:chExt cx="7022060" cy="516176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E938F4C-FC77-5E42-AF1E-FEDD018325FD}"/>
                </a:ext>
              </a:extLst>
            </p:cNvPr>
            <p:cNvGrpSpPr/>
            <p:nvPr/>
          </p:nvGrpSpPr>
          <p:grpSpPr>
            <a:xfrm>
              <a:off x="2551104" y="4310476"/>
              <a:ext cx="2811537" cy="504874"/>
              <a:chOff x="2643901" y="3559275"/>
              <a:chExt cx="2811537" cy="504874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2BE6E430-351A-6C4D-8E72-6A8295497F46}"/>
                  </a:ext>
                </a:extLst>
              </p:cNvPr>
              <p:cNvGrpSpPr/>
              <p:nvPr/>
            </p:nvGrpSpPr>
            <p:grpSpPr>
              <a:xfrm>
                <a:off x="2643901" y="3559275"/>
                <a:ext cx="2239004" cy="504874"/>
                <a:chOff x="2643901" y="3559275"/>
                <a:chExt cx="2239004" cy="504874"/>
              </a:xfrm>
            </p:grpSpPr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176DCBAB-C2D8-9641-9B41-EE8DFE1CDA5B}"/>
                    </a:ext>
                  </a:extLst>
                </p:cNvPr>
                <p:cNvSpPr/>
                <p:nvPr/>
              </p:nvSpPr>
              <p:spPr>
                <a:xfrm>
                  <a:off x="2643901" y="356538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3DF8B336-7500-E249-9F29-D10C13CEEB27}"/>
                    </a:ext>
                  </a:extLst>
                </p:cNvPr>
                <p:cNvSpPr/>
                <p:nvPr/>
              </p:nvSpPr>
              <p:spPr>
                <a:xfrm>
                  <a:off x="4158510" y="355927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18ABA6BF-9D7C-E14E-99C3-72C073BC2115}"/>
                    </a:ext>
                  </a:extLst>
                </p:cNvPr>
                <p:cNvSpPr txBox="1"/>
                <p:nvPr/>
              </p:nvSpPr>
              <p:spPr>
                <a:xfrm>
                  <a:off x="3632358" y="3588366"/>
                  <a:ext cx="5897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2400" dirty="0"/>
                    <a:t>!=</a:t>
                  </a:r>
                </a:p>
              </p:txBody>
            </p:sp>
          </p:grp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88B2591-B8CF-B344-A799-0B34CD4CF24B}"/>
                  </a:ext>
                </a:extLst>
              </p:cNvPr>
              <p:cNvSpPr txBox="1"/>
              <p:nvPr/>
            </p:nvSpPr>
            <p:spPr>
              <a:xfrm>
                <a:off x="5090233" y="3577824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?</a:t>
                </a:r>
              </a:p>
            </p:txBody>
          </p:sp>
        </p:grp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B3C2043-33B3-CC42-9DD2-7FCEB3FCC691}"/>
                </a:ext>
              </a:extLst>
            </p:cNvPr>
            <p:cNvSpPr txBox="1"/>
            <p:nvPr/>
          </p:nvSpPr>
          <p:spPr>
            <a:xfrm>
              <a:off x="6337550" y="4299174"/>
              <a:ext cx="3235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-&gt; refere-se aos índices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599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segunda interação, tem-se a garantia que o segundo menor elemento encontrar-se-á na segunda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174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33852" y="2367453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4367928" y="329944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44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92337" y="2317434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4367928" y="329944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297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92337" y="2329940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4367928" y="329944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84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92337" y="233436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4367928" y="3299441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608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4308994" y="3285317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11B03F0-A044-9642-9742-47DE1D089E7D}"/>
              </a:ext>
            </a:extLst>
          </p:cNvPr>
          <p:cNvGrpSpPr/>
          <p:nvPr/>
        </p:nvGrpSpPr>
        <p:grpSpPr>
          <a:xfrm>
            <a:off x="2551104" y="4299174"/>
            <a:ext cx="7022060" cy="516176"/>
            <a:chOff x="2551104" y="4299174"/>
            <a:chExt cx="7022060" cy="516176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E938F4C-FC77-5E42-AF1E-FEDD018325FD}"/>
                </a:ext>
              </a:extLst>
            </p:cNvPr>
            <p:cNvGrpSpPr/>
            <p:nvPr/>
          </p:nvGrpSpPr>
          <p:grpSpPr>
            <a:xfrm>
              <a:off x="2551104" y="4310476"/>
              <a:ext cx="2811537" cy="504874"/>
              <a:chOff x="2643901" y="3559275"/>
              <a:chExt cx="2811537" cy="504874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2BE6E430-351A-6C4D-8E72-6A8295497F46}"/>
                  </a:ext>
                </a:extLst>
              </p:cNvPr>
              <p:cNvGrpSpPr/>
              <p:nvPr/>
            </p:nvGrpSpPr>
            <p:grpSpPr>
              <a:xfrm>
                <a:off x="2643901" y="3559275"/>
                <a:ext cx="2239004" cy="504874"/>
                <a:chOff x="2643901" y="3559275"/>
                <a:chExt cx="2239004" cy="504874"/>
              </a:xfrm>
            </p:grpSpPr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176DCBAB-C2D8-9641-9B41-EE8DFE1CDA5B}"/>
                    </a:ext>
                  </a:extLst>
                </p:cNvPr>
                <p:cNvSpPr/>
                <p:nvPr/>
              </p:nvSpPr>
              <p:spPr>
                <a:xfrm>
                  <a:off x="2643901" y="356538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3DF8B336-7500-E249-9F29-D10C13CEEB27}"/>
                    </a:ext>
                  </a:extLst>
                </p:cNvPr>
                <p:cNvSpPr/>
                <p:nvPr/>
              </p:nvSpPr>
              <p:spPr>
                <a:xfrm>
                  <a:off x="4158510" y="355927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18ABA6BF-9D7C-E14E-99C3-72C073BC2115}"/>
                    </a:ext>
                  </a:extLst>
                </p:cNvPr>
                <p:cNvSpPr txBox="1"/>
                <p:nvPr/>
              </p:nvSpPr>
              <p:spPr>
                <a:xfrm>
                  <a:off x="3632358" y="3588366"/>
                  <a:ext cx="5897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2400" dirty="0"/>
                    <a:t>!=</a:t>
                  </a:r>
                </a:p>
              </p:txBody>
            </p:sp>
          </p:grp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88B2591-B8CF-B344-A799-0B34CD4CF24B}"/>
                  </a:ext>
                </a:extLst>
              </p:cNvPr>
              <p:cNvSpPr txBox="1"/>
              <p:nvPr/>
            </p:nvSpPr>
            <p:spPr>
              <a:xfrm>
                <a:off x="5090233" y="3577824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?</a:t>
                </a:r>
              </a:p>
            </p:txBody>
          </p:sp>
        </p:grp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B3C2043-33B3-CC42-9DD2-7FCEB3FCC691}"/>
                </a:ext>
              </a:extLst>
            </p:cNvPr>
            <p:cNvSpPr txBox="1"/>
            <p:nvPr/>
          </p:nvSpPr>
          <p:spPr>
            <a:xfrm>
              <a:off x="6337550" y="4299174"/>
              <a:ext cx="3235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-&gt; refere-se aos índices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57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terceira interação, tem-se a garantia que o terceiro menor elemento encontrar-se-á na terceira posição.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FD45F2A7-702D-8A41-9771-19C575CAC65B}"/>
              </a:ext>
            </a:extLst>
          </p:cNvPr>
          <p:cNvSpPr txBox="1"/>
          <p:nvPr/>
        </p:nvSpPr>
        <p:spPr>
          <a:xfrm>
            <a:off x="4301067" y="4030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982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91794" y="2334963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5151494" y="3311266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914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86567" y="2337090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5151494" y="3311266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033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62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5070994" y="3285317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11B03F0-A044-9642-9742-47DE1D089E7D}"/>
              </a:ext>
            </a:extLst>
          </p:cNvPr>
          <p:cNvGrpSpPr/>
          <p:nvPr/>
        </p:nvGrpSpPr>
        <p:grpSpPr>
          <a:xfrm>
            <a:off x="2551104" y="4299174"/>
            <a:ext cx="7022060" cy="516176"/>
            <a:chOff x="2551104" y="4299174"/>
            <a:chExt cx="7022060" cy="516176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E938F4C-FC77-5E42-AF1E-FEDD018325FD}"/>
                </a:ext>
              </a:extLst>
            </p:cNvPr>
            <p:cNvGrpSpPr/>
            <p:nvPr/>
          </p:nvGrpSpPr>
          <p:grpSpPr>
            <a:xfrm>
              <a:off x="2551104" y="4310476"/>
              <a:ext cx="2811537" cy="504874"/>
              <a:chOff x="2643901" y="3559275"/>
              <a:chExt cx="2811537" cy="504874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2BE6E430-351A-6C4D-8E72-6A8295497F46}"/>
                  </a:ext>
                </a:extLst>
              </p:cNvPr>
              <p:cNvGrpSpPr/>
              <p:nvPr/>
            </p:nvGrpSpPr>
            <p:grpSpPr>
              <a:xfrm>
                <a:off x="2643901" y="3559275"/>
                <a:ext cx="2239004" cy="504874"/>
                <a:chOff x="2643901" y="3559275"/>
                <a:chExt cx="2239004" cy="504874"/>
              </a:xfrm>
            </p:grpSpPr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176DCBAB-C2D8-9641-9B41-EE8DFE1CDA5B}"/>
                    </a:ext>
                  </a:extLst>
                </p:cNvPr>
                <p:cNvSpPr/>
                <p:nvPr/>
              </p:nvSpPr>
              <p:spPr>
                <a:xfrm>
                  <a:off x="2643901" y="356538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3DF8B336-7500-E249-9F29-D10C13CEEB27}"/>
                    </a:ext>
                  </a:extLst>
                </p:cNvPr>
                <p:cNvSpPr/>
                <p:nvPr/>
              </p:nvSpPr>
              <p:spPr>
                <a:xfrm>
                  <a:off x="4158510" y="355927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18ABA6BF-9D7C-E14E-99C3-72C073BC2115}"/>
                    </a:ext>
                  </a:extLst>
                </p:cNvPr>
                <p:cNvSpPr txBox="1"/>
                <p:nvPr/>
              </p:nvSpPr>
              <p:spPr>
                <a:xfrm>
                  <a:off x="3632358" y="3588366"/>
                  <a:ext cx="5897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2400" dirty="0"/>
                    <a:t>!=</a:t>
                  </a:r>
                </a:p>
              </p:txBody>
            </p:sp>
          </p:grp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88B2591-B8CF-B344-A799-0B34CD4CF24B}"/>
                  </a:ext>
                </a:extLst>
              </p:cNvPr>
              <p:cNvSpPr txBox="1"/>
              <p:nvPr/>
            </p:nvSpPr>
            <p:spPr>
              <a:xfrm>
                <a:off x="5090233" y="3577824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?</a:t>
                </a:r>
              </a:p>
            </p:txBody>
          </p:sp>
        </p:grp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B3C2043-33B3-CC42-9DD2-7FCEB3FCC691}"/>
                </a:ext>
              </a:extLst>
            </p:cNvPr>
            <p:cNvSpPr txBox="1"/>
            <p:nvPr/>
          </p:nvSpPr>
          <p:spPr>
            <a:xfrm>
              <a:off x="6337550" y="4299174"/>
              <a:ext cx="3235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-&gt; refere-se aos índices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914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quarta interação, tem-se a garantia que o quarto menor elemento encontrar-se-á na quarta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536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95454" y="2338182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5855980" y="3266617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140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91794" y="232630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5855980" y="3266617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443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5958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5784634" y="3280238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11B03F0-A044-9642-9742-47DE1D089E7D}"/>
              </a:ext>
            </a:extLst>
          </p:cNvPr>
          <p:cNvGrpSpPr/>
          <p:nvPr/>
        </p:nvGrpSpPr>
        <p:grpSpPr>
          <a:xfrm>
            <a:off x="2551104" y="4299174"/>
            <a:ext cx="7022060" cy="516176"/>
            <a:chOff x="2551104" y="4299174"/>
            <a:chExt cx="7022060" cy="516176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E938F4C-FC77-5E42-AF1E-FEDD018325FD}"/>
                </a:ext>
              </a:extLst>
            </p:cNvPr>
            <p:cNvGrpSpPr/>
            <p:nvPr/>
          </p:nvGrpSpPr>
          <p:grpSpPr>
            <a:xfrm>
              <a:off x="2551104" y="4310476"/>
              <a:ext cx="2811537" cy="504874"/>
              <a:chOff x="2643901" y="3559275"/>
              <a:chExt cx="2811537" cy="504874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2BE6E430-351A-6C4D-8E72-6A8295497F46}"/>
                  </a:ext>
                </a:extLst>
              </p:cNvPr>
              <p:cNvGrpSpPr/>
              <p:nvPr/>
            </p:nvGrpSpPr>
            <p:grpSpPr>
              <a:xfrm>
                <a:off x="2643901" y="3559275"/>
                <a:ext cx="2239004" cy="504874"/>
                <a:chOff x="2643901" y="3559275"/>
                <a:chExt cx="2239004" cy="504874"/>
              </a:xfrm>
            </p:grpSpPr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176DCBAB-C2D8-9641-9B41-EE8DFE1CDA5B}"/>
                    </a:ext>
                  </a:extLst>
                </p:cNvPr>
                <p:cNvSpPr/>
                <p:nvPr/>
              </p:nvSpPr>
              <p:spPr>
                <a:xfrm>
                  <a:off x="2643901" y="356538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3DF8B336-7500-E249-9F29-D10C13CEEB27}"/>
                    </a:ext>
                  </a:extLst>
                </p:cNvPr>
                <p:cNvSpPr/>
                <p:nvPr/>
              </p:nvSpPr>
              <p:spPr>
                <a:xfrm>
                  <a:off x="4158510" y="355927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18ABA6BF-9D7C-E14E-99C3-72C073BC2115}"/>
                    </a:ext>
                  </a:extLst>
                </p:cNvPr>
                <p:cNvSpPr txBox="1"/>
                <p:nvPr/>
              </p:nvSpPr>
              <p:spPr>
                <a:xfrm>
                  <a:off x="3632358" y="3588366"/>
                  <a:ext cx="5897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2400" dirty="0"/>
                    <a:t>!=</a:t>
                  </a:r>
                </a:p>
              </p:txBody>
            </p:sp>
          </p:grp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88B2591-B8CF-B344-A799-0B34CD4CF24B}"/>
                  </a:ext>
                </a:extLst>
              </p:cNvPr>
              <p:cNvSpPr txBox="1"/>
              <p:nvPr/>
            </p:nvSpPr>
            <p:spPr>
              <a:xfrm>
                <a:off x="5090233" y="3577824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?</a:t>
                </a:r>
              </a:p>
            </p:txBody>
          </p:sp>
        </p:grp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B3C2043-33B3-CC42-9DD2-7FCEB3FCC691}"/>
                </a:ext>
              </a:extLst>
            </p:cNvPr>
            <p:cNvSpPr txBox="1"/>
            <p:nvPr/>
          </p:nvSpPr>
          <p:spPr>
            <a:xfrm>
              <a:off x="6337550" y="4299174"/>
              <a:ext cx="3235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-&gt; refere-se aos índices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843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quinta interação, tem-se a garantia que o quinto menor elemento encontrar-se-á na quinta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06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86568" y="2334367"/>
            <a:ext cx="5070765" cy="868096"/>
            <a:chOff x="2643773" y="2149347"/>
            <a:chExt cx="5070765" cy="868096"/>
          </a:xfrm>
          <a:solidFill>
            <a:schemeClr val="bg1"/>
          </a:solidFill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  <a:grpFill/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91794" y="2331556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6550244" y="3266617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E938F4C-FC77-5E42-AF1E-FEDD018325FD}"/>
              </a:ext>
            </a:extLst>
          </p:cNvPr>
          <p:cNvGrpSpPr/>
          <p:nvPr/>
        </p:nvGrpSpPr>
        <p:grpSpPr>
          <a:xfrm>
            <a:off x="2551104" y="4310476"/>
            <a:ext cx="2811537" cy="504874"/>
            <a:chOff x="2643901" y="3559275"/>
            <a:chExt cx="2811537" cy="504874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2BE6E430-351A-6C4D-8E72-6A8295497F46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76DCBAB-C2D8-9641-9B41-EE8DFE1CDA5B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3DF8B336-7500-E249-9F29-D10C13CEEB27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8ABA6BF-9D7C-E14E-99C3-72C073BC2115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88B2591-B8CF-B344-A799-0B34CD4CF24B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999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6495841" y="3280238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11B03F0-A044-9642-9742-47DE1D089E7D}"/>
              </a:ext>
            </a:extLst>
          </p:cNvPr>
          <p:cNvGrpSpPr/>
          <p:nvPr/>
        </p:nvGrpSpPr>
        <p:grpSpPr>
          <a:xfrm>
            <a:off x="2551104" y="4299174"/>
            <a:ext cx="7022060" cy="516176"/>
            <a:chOff x="2551104" y="4299174"/>
            <a:chExt cx="7022060" cy="516176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E938F4C-FC77-5E42-AF1E-FEDD018325FD}"/>
                </a:ext>
              </a:extLst>
            </p:cNvPr>
            <p:cNvGrpSpPr/>
            <p:nvPr/>
          </p:nvGrpSpPr>
          <p:grpSpPr>
            <a:xfrm>
              <a:off x="2551104" y="4310476"/>
              <a:ext cx="2811537" cy="504874"/>
              <a:chOff x="2643901" y="3559275"/>
              <a:chExt cx="2811537" cy="504874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2BE6E430-351A-6C4D-8E72-6A8295497F46}"/>
                  </a:ext>
                </a:extLst>
              </p:cNvPr>
              <p:cNvGrpSpPr/>
              <p:nvPr/>
            </p:nvGrpSpPr>
            <p:grpSpPr>
              <a:xfrm>
                <a:off x="2643901" y="3559275"/>
                <a:ext cx="2239004" cy="504874"/>
                <a:chOff x="2643901" y="3559275"/>
                <a:chExt cx="2239004" cy="504874"/>
              </a:xfrm>
            </p:grpSpPr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176DCBAB-C2D8-9641-9B41-EE8DFE1CDA5B}"/>
                    </a:ext>
                  </a:extLst>
                </p:cNvPr>
                <p:cNvSpPr/>
                <p:nvPr/>
              </p:nvSpPr>
              <p:spPr>
                <a:xfrm>
                  <a:off x="2643901" y="356538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3DF8B336-7500-E249-9F29-D10C13CEEB27}"/>
                    </a:ext>
                  </a:extLst>
                </p:cNvPr>
                <p:cNvSpPr/>
                <p:nvPr/>
              </p:nvSpPr>
              <p:spPr>
                <a:xfrm>
                  <a:off x="4158510" y="3559275"/>
                  <a:ext cx="724395" cy="49876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18ABA6BF-9D7C-E14E-99C3-72C073BC2115}"/>
                    </a:ext>
                  </a:extLst>
                </p:cNvPr>
                <p:cNvSpPr txBox="1"/>
                <p:nvPr/>
              </p:nvSpPr>
              <p:spPr>
                <a:xfrm>
                  <a:off x="3632358" y="3588366"/>
                  <a:ext cx="5897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2400" dirty="0"/>
                    <a:t>!=</a:t>
                  </a:r>
                </a:p>
              </p:txBody>
            </p:sp>
          </p:grp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D88B2591-B8CF-B344-A799-0B34CD4CF24B}"/>
                  </a:ext>
                </a:extLst>
              </p:cNvPr>
              <p:cNvSpPr txBox="1"/>
              <p:nvPr/>
            </p:nvSpPr>
            <p:spPr>
              <a:xfrm>
                <a:off x="5090233" y="3577824"/>
                <a:ext cx="3652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?</a:t>
                </a:r>
              </a:p>
            </p:txBody>
          </p:sp>
        </p:grp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B3C2043-33B3-CC42-9DD2-7FCEB3FCC691}"/>
                </a:ext>
              </a:extLst>
            </p:cNvPr>
            <p:cNvSpPr txBox="1"/>
            <p:nvPr/>
          </p:nvSpPr>
          <p:spPr>
            <a:xfrm>
              <a:off x="6337550" y="4299174"/>
              <a:ext cx="3235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-&gt; refere-se aos índices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746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Após a sexta interação, tem-se a garantia que o sexto menor elemento encontrar-se-á na sexta posição.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5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Como o último avaliado é o penúltimo elemento, logo, o último também está na posição correta. 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147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Selection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just"/>
            <a:r>
              <a:rPr lang="pt-BR" sz="3200" dirty="0"/>
              <a:t>Vamos </a:t>
            </a:r>
            <a:r>
              <a:rPr lang="pt-BR" sz="3200" dirty="0" err="1"/>
              <a:t>codar</a:t>
            </a:r>
            <a:r>
              <a:rPr lang="pt-BR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497154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O método de </a:t>
            </a:r>
            <a:r>
              <a:rPr lang="pt-BR" sz="3200" b="1" dirty="0"/>
              <a:t>ordenação por inserção </a:t>
            </a:r>
            <a:r>
              <a:rPr lang="pt-BR" sz="3200" dirty="0"/>
              <a:t>constrói uma matriz final com um elemento de cada vez, uma inserção por vez.</a:t>
            </a:r>
          </a:p>
          <a:p>
            <a:pPr marL="342900" indent="-342900" algn="just">
              <a:lnSpc>
                <a:spcPct val="150000"/>
              </a:lnSpc>
            </a:pPr>
            <a:r>
              <a:rPr lang="pt-BR" sz="3200" dirty="0"/>
              <a:t>É um algoritmo eficiente quando o vetor já está quase organizado. </a:t>
            </a:r>
          </a:p>
        </p:txBody>
      </p:sp>
    </p:spTree>
    <p:extLst>
      <p:ext uri="{BB962C8B-B14F-4D97-AF65-F5344CB8AC3E}">
        <p14:creationId xmlns:p14="http://schemas.microsoft.com/office/powerpoint/2010/main" val="14334104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19" name="Seta para Cima 18">
            <a:extLst>
              <a:ext uri="{FF2B5EF4-FFF2-40B4-BE49-F238E27FC236}">
                <a16:creationId xmlns:a16="http://schemas.microsoft.com/office/drawing/2014/main" id="{4A98E761-57E3-D342-8FF0-5A0A3533D5ED}"/>
              </a:ext>
            </a:extLst>
          </p:cNvPr>
          <p:cNvSpPr/>
          <p:nvPr/>
        </p:nvSpPr>
        <p:spPr>
          <a:xfrm>
            <a:off x="2098969" y="3496262"/>
            <a:ext cx="237831" cy="3990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673600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8755C7F5-9694-F04D-A550-743EFD9A8A4D}"/>
              </a:ext>
            </a:extLst>
          </p:cNvPr>
          <p:cNvSpPr/>
          <p:nvPr/>
        </p:nvSpPr>
        <p:spPr>
          <a:xfrm>
            <a:off x="2628602" y="3479781"/>
            <a:ext cx="724395" cy="498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1398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820224" y="3500544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3368168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374222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85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092090" y="2366279"/>
            <a:ext cx="5622448" cy="1612266"/>
            <a:chOff x="2092090" y="2366279"/>
            <a:chExt cx="5622448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092090" y="3500544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3368168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</p:spTree>
    <p:extLst>
      <p:ext uri="{BB962C8B-B14F-4D97-AF65-F5344CB8AC3E}">
        <p14:creationId xmlns:p14="http://schemas.microsoft.com/office/powerpoint/2010/main" val="424414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3599153" y="3500544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4096300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096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904889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4096300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73080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021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142889" y="2366279"/>
            <a:ext cx="5571649" cy="1612266"/>
            <a:chOff x="2142889" y="2366279"/>
            <a:chExt cx="5571649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142889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4096300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5728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</p:spTree>
    <p:extLst>
      <p:ext uri="{BB962C8B-B14F-4D97-AF65-F5344CB8AC3E}">
        <p14:creationId xmlns:p14="http://schemas.microsoft.com/office/powerpoint/2010/main" val="256227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4327288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4824432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369105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07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3633022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4824432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374222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910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887970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4824432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372920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384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176773" y="2366279"/>
            <a:ext cx="5537765" cy="1612266"/>
            <a:chOff x="2176773" y="2366279"/>
            <a:chExt cx="5537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176773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4824432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</p:spTree>
    <p:extLst>
      <p:ext uri="{BB962C8B-B14F-4D97-AF65-F5344CB8AC3E}">
        <p14:creationId xmlns:p14="http://schemas.microsoft.com/office/powerpoint/2010/main" val="141973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5072363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5552564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79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4361166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5552564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5728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433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4361166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5552564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016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5783561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297629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8717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015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5072362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297629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49491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418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4310366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280696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23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3616100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280696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954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161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0765" cy="1612266"/>
            <a:chOff x="2643773" y="2366279"/>
            <a:chExt cx="507076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921834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280696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59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159834" y="2366279"/>
            <a:ext cx="5554704" cy="1612266"/>
            <a:chOff x="2159834" y="2366279"/>
            <a:chExt cx="5554704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2159834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280696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3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</p:spTree>
    <p:extLst>
      <p:ext uri="{BB962C8B-B14F-4D97-AF65-F5344CB8AC3E}">
        <p14:creationId xmlns:p14="http://schemas.microsoft.com/office/powerpoint/2010/main" val="289812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2515" cy="1612266"/>
            <a:chOff x="2643773" y="2366279"/>
            <a:chExt cx="507251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6511698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991893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2643772" y="2366279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573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BDC9F65-B33D-3048-A224-DC1E2BBCF025}"/>
              </a:ext>
            </a:extLst>
          </p:cNvPr>
          <p:cNvGrpSpPr/>
          <p:nvPr/>
        </p:nvGrpSpPr>
        <p:grpSpPr>
          <a:xfrm>
            <a:off x="2643773" y="2366279"/>
            <a:ext cx="5072515" cy="1612266"/>
            <a:chOff x="2643773" y="2366279"/>
            <a:chExt cx="5072515" cy="1612266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A45C720-70CC-7A40-B841-2538A5FE935D}"/>
                </a:ext>
              </a:extLst>
            </p:cNvPr>
            <p:cNvGrpSpPr/>
            <p:nvPr/>
          </p:nvGrpSpPr>
          <p:grpSpPr>
            <a:xfrm>
              <a:off x="2643773" y="2366279"/>
              <a:ext cx="5070765" cy="868096"/>
              <a:chOff x="2643773" y="2149347"/>
              <a:chExt cx="5070765" cy="86809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037ECE02-20A0-8E45-B84D-05CE2B77B5A2}"/>
                  </a:ext>
                </a:extLst>
              </p:cNvPr>
              <p:cNvGrpSpPr/>
              <p:nvPr/>
            </p:nvGrpSpPr>
            <p:grpSpPr>
              <a:xfrm>
                <a:off x="2643773" y="2518679"/>
                <a:ext cx="5070765" cy="498764"/>
                <a:chOff x="1458686" y="2800597"/>
                <a:chExt cx="5070765" cy="498764"/>
              </a:xfrm>
            </p:grpSpPr>
            <p:sp>
              <p:nvSpPr>
                <p:cNvPr id="4" name="Retângulo 3">
                  <a:extLst>
                    <a:ext uri="{FF2B5EF4-FFF2-40B4-BE49-F238E27FC236}">
                      <a16:creationId xmlns:a16="http://schemas.microsoft.com/office/drawing/2014/main" id="{FA8F9ECC-4959-7149-B383-ED0FB5B4B20B}"/>
                    </a:ext>
                  </a:extLst>
                </p:cNvPr>
                <p:cNvSpPr/>
                <p:nvPr/>
              </p:nvSpPr>
              <p:spPr>
                <a:xfrm>
                  <a:off x="2183081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BABB821B-4171-FD46-AE8F-7ED7553DAE0C}"/>
                    </a:ext>
                  </a:extLst>
                </p:cNvPr>
                <p:cNvSpPr/>
                <p:nvPr/>
              </p:nvSpPr>
              <p:spPr>
                <a:xfrm>
                  <a:off x="1458686" y="2800597"/>
                  <a:ext cx="724395" cy="4987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E9BEE046-F422-7C4A-B160-1E54DB1B328C}"/>
                    </a:ext>
                  </a:extLst>
                </p:cNvPr>
                <p:cNvSpPr/>
                <p:nvPr/>
              </p:nvSpPr>
              <p:spPr>
                <a:xfrm>
                  <a:off x="290747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6275536-A956-6740-8E44-65E9791B17DE}"/>
                    </a:ext>
                  </a:extLst>
                </p:cNvPr>
                <p:cNvSpPr/>
                <p:nvPr/>
              </p:nvSpPr>
              <p:spPr>
                <a:xfrm>
                  <a:off x="363187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CBCDB272-31BD-904A-89BA-741B1D28B0D6}"/>
                    </a:ext>
                  </a:extLst>
                </p:cNvPr>
                <p:cNvSpPr/>
                <p:nvPr/>
              </p:nvSpPr>
              <p:spPr>
                <a:xfrm>
                  <a:off x="435626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7F43F2B0-6D9F-C642-B4A7-3A6DC612BB57}"/>
                    </a:ext>
                  </a:extLst>
                </p:cNvPr>
                <p:cNvSpPr/>
                <p:nvPr/>
              </p:nvSpPr>
              <p:spPr>
                <a:xfrm>
                  <a:off x="5080661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>
                      <a:solidFill>
                        <a:schemeClr val="tx1"/>
                      </a:solidFill>
                    </a:rPr>
                    <a:t>18</a:t>
                  </a:r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B87C2808-1251-DB40-B04A-5D9C68AECC07}"/>
                    </a:ext>
                  </a:extLst>
                </p:cNvPr>
                <p:cNvSpPr/>
                <p:nvPr/>
              </p:nvSpPr>
              <p:spPr>
                <a:xfrm>
                  <a:off x="5805056" y="2800597"/>
                  <a:ext cx="724395" cy="4987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>
                      <a:solidFill>
                        <a:schemeClr val="tx1"/>
                      </a:solidFill>
                    </a:rPr>
                    <a:t>18</a:t>
                  </a:r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F90C221-E110-2F41-9C79-6219B2C19D35}"/>
                  </a:ext>
                </a:extLst>
              </p:cNvPr>
              <p:cNvSpPr txBox="1"/>
              <p:nvPr/>
            </p:nvSpPr>
            <p:spPr>
              <a:xfrm>
                <a:off x="2820224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[0]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8AF65-6DC1-E549-91CA-73B8F73213C7}"/>
                  </a:ext>
                </a:extLst>
              </p:cNvPr>
              <p:cNvSpPr txBox="1"/>
              <p:nvPr/>
            </p:nvSpPr>
            <p:spPr>
              <a:xfrm>
                <a:off x="353105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[1]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C9DA780-CA0F-4047-8495-4DFC1B8A6343}"/>
                  </a:ext>
                </a:extLst>
              </p:cNvPr>
              <p:cNvSpPr txBox="1"/>
              <p:nvPr/>
            </p:nvSpPr>
            <p:spPr>
              <a:xfrm>
                <a:off x="426546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[2]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D92E20F-2AD8-3944-95D6-DE5040634D20}"/>
                  </a:ext>
                </a:extLst>
              </p:cNvPr>
              <p:cNvSpPr txBox="1"/>
              <p:nvPr/>
            </p:nvSpPr>
            <p:spPr>
              <a:xfrm>
                <a:off x="4980483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[3]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5ABCDED-363D-3F49-BA3D-4D5CEC58F58B}"/>
                  </a:ext>
                </a:extLst>
              </p:cNvPr>
              <p:cNvSpPr txBox="1"/>
              <p:nvPr/>
            </p:nvSpPr>
            <p:spPr>
              <a:xfrm>
                <a:off x="5668357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[4]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3C374EB-1859-AD4A-99FA-8B737E058AF9}"/>
                  </a:ext>
                </a:extLst>
              </p:cNvPr>
              <p:cNvSpPr txBox="1"/>
              <p:nvPr/>
            </p:nvSpPr>
            <p:spPr>
              <a:xfrm>
                <a:off x="6420389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[5]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F945681-7E90-B141-987C-A92C2F6EB198}"/>
                  </a:ext>
                </a:extLst>
              </p:cNvPr>
              <p:cNvSpPr txBox="1"/>
              <p:nvPr/>
            </p:nvSpPr>
            <p:spPr>
              <a:xfrm>
                <a:off x="7130965" y="2149347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[6]</a:t>
                </a:r>
              </a:p>
            </p:txBody>
          </p:sp>
        </p:grpSp>
        <p:sp>
          <p:nvSpPr>
            <p:cNvPr id="19" name="Seta para Cima 18">
              <a:extLst>
                <a:ext uri="{FF2B5EF4-FFF2-40B4-BE49-F238E27FC236}">
                  <a16:creationId xmlns:a16="http://schemas.microsoft.com/office/drawing/2014/main" id="{4A98E761-57E3-D342-8FF0-5A0A3533D5ED}"/>
                </a:ext>
              </a:extLst>
            </p:cNvPr>
            <p:cNvSpPr/>
            <p:nvPr/>
          </p:nvSpPr>
          <p:spPr>
            <a:xfrm>
              <a:off x="5766629" y="3483611"/>
              <a:ext cx="237831" cy="39908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3EF6A00B-B745-E346-8971-0CA54860378A}"/>
                </a:ext>
              </a:extLst>
            </p:cNvPr>
            <p:cNvSpPr/>
            <p:nvPr/>
          </p:nvSpPr>
          <p:spPr>
            <a:xfrm>
              <a:off x="6991893" y="3479781"/>
              <a:ext cx="724395" cy="498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3C22B90-5E5B-3E4F-AA7B-30E1ABB519D7}"/>
              </a:ext>
            </a:extLst>
          </p:cNvPr>
          <p:cNvGrpSpPr/>
          <p:nvPr/>
        </p:nvGrpSpPr>
        <p:grpSpPr>
          <a:xfrm>
            <a:off x="4403703" y="1048601"/>
            <a:ext cx="5070765" cy="868096"/>
            <a:chOff x="2643773" y="2149347"/>
            <a:chExt cx="5070765" cy="868096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6D68297-7F64-4948-ACBC-B1AC3DC03E41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37" name="Retângulo 36">
                <a:extLst>
                  <a:ext uri="{FF2B5EF4-FFF2-40B4-BE49-F238E27FC236}">
                    <a16:creationId xmlns:a16="http://schemas.microsoft.com/office/drawing/2014/main" id="{88950339-49FD-714F-AD39-E0BB3BC7EF14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8" name="Retângulo 37">
                <a:extLst>
                  <a:ext uri="{FF2B5EF4-FFF2-40B4-BE49-F238E27FC236}">
                    <a16:creationId xmlns:a16="http://schemas.microsoft.com/office/drawing/2014/main" id="{9BB50353-94A0-5F4A-9BFB-A937294B4ED2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1067D826-FB6F-904B-AC1E-E149886F0777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655183D4-F6FF-2544-83C3-58167BA2755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5AB3CE34-1E63-BF48-80EB-F6DE1AAA3AD5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6CE8185F-295B-2F4F-971A-AFD06997FAEB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id="{0E97E444-865F-1644-A987-67A18F4D7013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64524C5-C6FD-E74F-87D6-D3AB68E55946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F1EA337-312A-6446-AB34-69A65ACBE2B3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57CBCDF-9929-2A46-AC9A-9903B8406B85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26FA6AF-E9B8-B14C-9FDA-D97CEF603279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67BC62C-4099-E344-A7E3-420322538E3E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E6A7CCE-131A-D949-8581-11A0B9BB9932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ABDD1B-E080-8544-9EDC-7D43809F6D26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6963A1E-93F3-2046-B331-93C18BFC4F00}"/>
              </a:ext>
            </a:extLst>
          </p:cNvPr>
          <p:cNvSpPr txBox="1"/>
          <p:nvPr/>
        </p:nvSpPr>
        <p:spPr>
          <a:xfrm>
            <a:off x="2336800" y="4487337"/>
            <a:ext cx="460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Existe alguém à esquerda?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1F3B1C7-13EF-D540-B4D9-3B72EDA03274}"/>
              </a:ext>
            </a:extLst>
          </p:cNvPr>
          <p:cNvGrpSpPr/>
          <p:nvPr/>
        </p:nvGrpSpPr>
        <p:grpSpPr>
          <a:xfrm>
            <a:off x="2866875" y="5231507"/>
            <a:ext cx="2811537" cy="504874"/>
            <a:chOff x="2643901" y="3559275"/>
            <a:chExt cx="2811537" cy="504874"/>
          </a:xfrm>
        </p:grpSpPr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9D1D73D1-3AC4-664A-B046-6E3AA75CCF45}"/>
                </a:ext>
              </a:extLst>
            </p:cNvPr>
            <p:cNvGrpSpPr/>
            <p:nvPr/>
          </p:nvGrpSpPr>
          <p:grpSpPr>
            <a:xfrm>
              <a:off x="2643901" y="3559275"/>
              <a:ext cx="2239004" cy="504874"/>
              <a:chOff x="2643901" y="3559275"/>
              <a:chExt cx="2239004" cy="504874"/>
            </a:xfrm>
          </p:grpSpPr>
          <p:sp>
            <p:nvSpPr>
              <p:cNvPr id="49" name="Retângulo 48">
                <a:extLst>
                  <a:ext uri="{FF2B5EF4-FFF2-40B4-BE49-F238E27FC236}">
                    <a16:creationId xmlns:a16="http://schemas.microsoft.com/office/drawing/2014/main" id="{C4D99BB9-340D-BA40-B4CF-458C6005FCA0}"/>
                  </a:ext>
                </a:extLst>
              </p:cNvPr>
              <p:cNvSpPr/>
              <p:nvPr/>
            </p:nvSpPr>
            <p:spPr>
              <a:xfrm>
                <a:off x="2643901" y="356538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0" name="Retângulo 49">
                <a:extLst>
                  <a:ext uri="{FF2B5EF4-FFF2-40B4-BE49-F238E27FC236}">
                    <a16:creationId xmlns:a16="http://schemas.microsoft.com/office/drawing/2014/main" id="{5FD40928-AD62-E34F-AB41-EF31BEAB2B08}"/>
                  </a:ext>
                </a:extLst>
              </p:cNvPr>
              <p:cNvSpPr/>
              <p:nvPr/>
            </p:nvSpPr>
            <p:spPr>
              <a:xfrm>
                <a:off x="4158510" y="3559275"/>
                <a:ext cx="724395" cy="49876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3B57532B-2290-E944-BC80-5D3985924CA7}"/>
                  </a:ext>
                </a:extLst>
              </p:cNvPr>
              <p:cNvSpPr txBox="1"/>
              <p:nvPr/>
            </p:nvSpPr>
            <p:spPr>
              <a:xfrm>
                <a:off x="3632358" y="3588366"/>
                <a:ext cx="589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&lt;</a:t>
                </a:r>
              </a:p>
            </p:txBody>
          </p:sp>
        </p:grp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F596F96F-4023-E341-899C-BF4E1D2BA0B0}"/>
                </a:ext>
              </a:extLst>
            </p:cNvPr>
            <p:cNvSpPr txBox="1"/>
            <p:nvPr/>
          </p:nvSpPr>
          <p:spPr>
            <a:xfrm>
              <a:off x="5090233" y="3577824"/>
              <a:ext cx="365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30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/>
            <a:r>
              <a:rPr lang="pt-BR" sz="3200" dirty="0"/>
              <a:t>Princípio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r>
              <a:rPr lang="pt-BR" sz="3200" dirty="0"/>
              <a:t>Como foi a última interação, todos os elementos estão na ordem correta.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A45C720-70CC-7A40-B841-2538A5FE935D}"/>
              </a:ext>
            </a:extLst>
          </p:cNvPr>
          <p:cNvGrpSpPr/>
          <p:nvPr/>
        </p:nvGrpSpPr>
        <p:grpSpPr>
          <a:xfrm>
            <a:off x="3560617" y="2857345"/>
            <a:ext cx="5070765" cy="868096"/>
            <a:chOff x="2643773" y="2149347"/>
            <a:chExt cx="5070765" cy="86809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7ECE02-20A0-8E45-B84D-05CE2B77B5A2}"/>
                </a:ext>
              </a:extLst>
            </p:cNvPr>
            <p:cNvGrpSpPr/>
            <p:nvPr/>
          </p:nvGrpSpPr>
          <p:grpSpPr>
            <a:xfrm>
              <a:off x="2643773" y="2518679"/>
              <a:ext cx="5070765" cy="498764"/>
              <a:chOff x="1458686" y="2800597"/>
              <a:chExt cx="5070765" cy="498764"/>
            </a:xfrm>
          </p:grpSpPr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A8F9ECC-4959-7149-B383-ED0FB5B4B20B}"/>
                  </a:ext>
                </a:extLst>
              </p:cNvPr>
              <p:cNvSpPr/>
              <p:nvPr/>
            </p:nvSpPr>
            <p:spPr>
              <a:xfrm>
                <a:off x="218308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BABB821B-4171-FD46-AE8F-7ED7553DAE0C}"/>
                  </a:ext>
                </a:extLst>
              </p:cNvPr>
              <p:cNvSpPr/>
              <p:nvPr/>
            </p:nvSpPr>
            <p:spPr>
              <a:xfrm>
                <a:off x="145868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E9BEE046-F422-7C4A-B160-1E54DB1B328C}"/>
                  </a:ext>
                </a:extLst>
              </p:cNvPr>
              <p:cNvSpPr/>
              <p:nvPr/>
            </p:nvSpPr>
            <p:spPr>
              <a:xfrm>
                <a:off x="290747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6275536-A956-6740-8E44-65E9791B17DE}"/>
                  </a:ext>
                </a:extLst>
              </p:cNvPr>
              <p:cNvSpPr/>
              <p:nvPr/>
            </p:nvSpPr>
            <p:spPr>
              <a:xfrm>
                <a:off x="363187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CBCDB272-31BD-904A-89BA-741B1D28B0D6}"/>
                  </a:ext>
                </a:extLst>
              </p:cNvPr>
              <p:cNvSpPr/>
              <p:nvPr/>
            </p:nvSpPr>
            <p:spPr>
              <a:xfrm>
                <a:off x="435626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7F43F2B0-6D9F-C642-B4A7-3A6DC612BB57}"/>
                  </a:ext>
                </a:extLst>
              </p:cNvPr>
              <p:cNvSpPr/>
              <p:nvPr/>
            </p:nvSpPr>
            <p:spPr>
              <a:xfrm>
                <a:off x="5080661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87C2808-1251-DB40-B04A-5D9C68AECC07}"/>
                  </a:ext>
                </a:extLst>
              </p:cNvPr>
              <p:cNvSpPr/>
              <p:nvPr/>
            </p:nvSpPr>
            <p:spPr>
              <a:xfrm>
                <a:off x="5805056" y="2800597"/>
                <a:ext cx="724395" cy="49876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90C221-E110-2F41-9C79-6219B2C19D35}"/>
                </a:ext>
              </a:extLst>
            </p:cNvPr>
            <p:cNvSpPr txBox="1"/>
            <p:nvPr/>
          </p:nvSpPr>
          <p:spPr>
            <a:xfrm>
              <a:off x="2820224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[0]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0268AF65-6DC1-E549-91CA-73B8F73213C7}"/>
                </a:ext>
              </a:extLst>
            </p:cNvPr>
            <p:cNvSpPr txBox="1"/>
            <p:nvPr/>
          </p:nvSpPr>
          <p:spPr>
            <a:xfrm>
              <a:off x="353105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[1]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CC9DA780-CA0F-4047-8495-4DFC1B8A6343}"/>
                </a:ext>
              </a:extLst>
            </p:cNvPr>
            <p:cNvSpPr txBox="1"/>
            <p:nvPr/>
          </p:nvSpPr>
          <p:spPr>
            <a:xfrm>
              <a:off x="426546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[2]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D92E20F-2AD8-3944-95D6-DE5040634D20}"/>
                </a:ext>
              </a:extLst>
            </p:cNvPr>
            <p:cNvSpPr txBox="1"/>
            <p:nvPr/>
          </p:nvSpPr>
          <p:spPr>
            <a:xfrm>
              <a:off x="4980483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[3]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ABCDED-363D-3F49-BA3D-4D5CEC58F58B}"/>
                </a:ext>
              </a:extLst>
            </p:cNvPr>
            <p:cNvSpPr txBox="1"/>
            <p:nvPr/>
          </p:nvSpPr>
          <p:spPr>
            <a:xfrm>
              <a:off x="5668357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[4]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3C374EB-1859-AD4A-99FA-8B737E058AF9}"/>
                </a:ext>
              </a:extLst>
            </p:cNvPr>
            <p:cNvSpPr txBox="1"/>
            <p:nvPr/>
          </p:nvSpPr>
          <p:spPr>
            <a:xfrm>
              <a:off x="6420389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[5]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F945681-7E90-B141-987C-A92C2F6EB198}"/>
                </a:ext>
              </a:extLst>
            </p:cNvPr>
            <p:cNvSpPr txBox="1"/>
            <p:nvPr/>
          </p:nvSpPr>
          <p:spPr>
            <a:xfrm>
              <a:off x="7130965" y="21493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[6]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98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3D82-35F2-F344-9358-A1B2DF58E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22109"/>
            <a:ext cx="10515600" cy="44862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just"/>
            <a:r>
              <a:rPr lang="pt-BR" sz="3200" dirty="0"/>
              <a:t>Vamos </a:t>
            </a:r>
            <a:r>
              <a:rPr lang="pt-BR" sz="3200" dirty="0" err="1"/>
              <a:t>codar</a:t>
            </a:r>
            <a:r>
              <a:rPr lang="pt-BR" sz="3200" dirty="0"/>
              <a:t>?</a:t>
            </a:r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  <a:p>
            <a:pPr marL="342900" indent="-342900" algn="just"/>
            <a:endParaRPr lang="pt-BR" sz="32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254509-9DCA-594C-A8E8-2D74AEE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939"/>
            <a:ext cx="10515600" cy="744170"/>
          </a:xfrm>
        </p:spPr>
        <p:txBody>
          <a:bodyPr>
            <a:normAutofit/>
          </a:bodyPr>
          <a:lstStyle/>
          <a:p>
            <a:r>
              <a:rPr lang="pt-BR" b="1" dirty="0" err="1"/>
              <a:t>Insertion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56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2411</TotalTime>
  <Words>5442</Words>
  <Application>Microsoft Office PowerPoint</Application>
  <PresentationFormat>Widescreen</PresentationFormat>
  <Paragraphs>2689</Paragraphs>
  <Slides>93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93</vt:i4>
      </vt:variant>
    </vt:vector>
  </HeadingPairs>
  <TitlesOfParts>
    <vt:vector size="99" baseType="lpstr">
      <vt:lpstr>Arial</vt:lpstr>
      <vt:lpstr>Calibri</vt:lpstr>
      <vt:lpstr>Calibri Light</vt:lpstr>
      <vt:lpstr>Verdana</vt:lpstr>
      <vt:lpstr>Tema do Office</vt:lpstr>
      <vt:lpstr>Tema do Office</vt:lpstr>
      <vt:lpstr>Ordenação e Busca</vt:lpstr>
      <vt:lpstr>Introdução à ordenação e busca </vt:lpstr>
      <vt:lpstr>Introdução à ordenação e busca </vt:lpstr>
      <vt:lpstr>Introdução à ordenação e busca 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Bubblesort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Aluno</cp:lastModifiedBy>
  <cp:revision>225</cp:revision>
  <dcterms:created xsi:type="dcterms:W3CDTF">2020-05-20T03:01:58Z</dcterms:created>
  <dcterms:modified xsi:type="dcterms:W3CDTF">2025-10-10T21:00:23Z</dcterms:modified>
</cp:coreProperties>
</file>